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5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7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7C4BECE-AAAB-449B-9112-F3C68841C979}" v="70" dt="2026-03-25T22:02:55.72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77" y="3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anchalpreet Kaur" userId="99efa711e0211b1e" providerId="LiveId" clId="{3408BA4A-8168-411A-BEEF-C443772C73A3}"/>
    <pc:docChg chg="undo redo custSel addSld modSld">
      <pc:chgData name="Chanchalpreet Kaur" userId="99efa711e0211b1e" providerId="LiveId" clId="{3408BA4A-8168-411A-BEEF-C443772C73A3}" dt="2026-03-25T22:02:55.720" v="173" actId="113"/>
      <pc:docMkLst>
        <pc:docMk/>
      </pc:docMkLst>
      <pc:sldChg chg="addSp delSp mod modTransition delDesignElem">
        <pc:chgData name="Chanchalpreet Kaur" userId="99efa711e0211b1e" providerId="LiveId" clId="{3408BA4A-8168-411A-BEEF-C443772C73A3}" dt="2026-03-25T22:02:18.602" v="169" actId="26606"/>
        <pc:sldMkLst>
          <pc:docMk/>
          <pc:sldMk cId="0" sldId="256"/>
        </pc:sldMkLst>
        <pc:spChg chg="add">
          <ac:chgData name="Chanchalpreet Kaur" userId="99efa711e0211b1e" providerId="LiveId" clId="{3408BA4A-8168-411A-BEEF-C443772C73A3}" dt="2026-03-25T22:02:18.602" v="169" actId="26606"/>
          <ac:spMkLst>
            <pc:docMk/>
            <pc:sldMk cId="0" sldId="256"/>
            <ac:spMk id="5" creationId="{324E43EB-867C-4B35-9A5C-E435157C7297}"/>
          </ac:spMkLst>
        </pc:spChg>
        <pc:spChg chg="add">
          <ac:chgData name="Chanchalpreet Kaur" userId="99efa711e0211b1e" providerId="LiveId" clId="{3408BA4A-8168-411A-BEEF-C443772C73A3}" dt="2026-03-25T22:02:18.602" v="169" actId="26606"/>
          <ac:spMkLst>
            <pc:docMk/>
            <pc:sldMk cId="0" sldId="256"/>
            <ac:spMk id="6" creationId="{A7C0F5DA-B59F-4F13-8BB8-FFD8F2C572BC}"/>
          </ac:spMkLst>
        </pc:spChg>
        <pc:spChg chg="add">
          <ac:chgData name="Chanchalpreet Kaur" userId="99efa711e0211b1e" providerId="LiveId" clId="{3408BA4A-8168-411A-BEEF-C443772C73A3}" dt="2026-03-25T22:02:18.602" v="169" actId="26606"/>
          <ac:spMkLst>
            <pc:docMk/>
            <pc:sldMk cId="0" sldId="256"/>
            <ac:spMk id="7" creationId="{9CEA1DEC-CC9E-4776-9E08-048A15BFA6CA}"/>
          </ac:spMkLst>
        </pc:spChg>
        <pc:spChg chg="add del">
          <ac:chgData name="Chanchalpreet Kaur" userId="99efa711e0211b1e" providerId="LiveId" clId="{3408BA4A-8168-411A-BEEF-C443772C73A3}" dt="2026-03-25T21:58:24.634" v="141"/>
          <ac:spMkLst>
            <pc:docMk/>
            <pc:sldMk cId="0" sldId="256"/>
            <ac:spMk id="8" creationId="{324E43EB-867C-4B35-9A5C-E435157C7297}"/>
          </ac:spMkLst>
        </pc:spChg>
        <pc:spChg chg="add">
          <ac:chgData name="Chanchalpreet Kaur" userId="99efa711e0211b1e" providerId="LiveId" clId="{3408BA4A-8168-411A-BEEF-C443772C73A3}" dt="2026-03-25T22:02:18.602" v="169" actId="26606"/>
          <ac:spMkLst>
            <pc:docMk/>
            <pc:sldMk cId="0" sldId="256"/>
            <ac:spMk id="9" creationId="{9CE399CF-F4B8-4832-A8CB-B93F6B1EF44B}"/>
          </ac:spMkLst>
        </pc:spChg>
        <pc:spChg chg="add del">
          <ac:chgData name="Chanchalpreet Kaur" userId="99efa711e0211b1e" providerId="LiveId" clId="{3408BA4A-8168-411A-BEEF-C443772C73A3}" dt="2026-03-25T21:58:24.634" v="141"/>
          <ac:spMkLst>
            <pc:docMk/>
            <pc:sldMk cId="0" sldId="256"/>
            <ac:spMk id="10" creationId="{A7C0F5DA-B59F-4F13-8BB8-FFD8F2C572BC}"/>
          </ac:spMkLst>
        </pc:spChg>
        <pc:spChg chg="add">
          <ac:chgData name="Chanchalpreet Kaur" userId="99efa711e0211b1e" providerId="LiveId" clId="{3408BA4A-8168-411A-BEEF-C443772C73A3}" dt="2026-03-25T22:02:18.602" v="169" actId="26606"/>
          <ac:spMkLst>
            <pc:docMk/>
            <pc:sldMk cId="0" sldId="256"/>
            <ac:spMk id="11" creationId="{1F23E73A-FDC8-462C-83C1-3AA8961449CF}"/>
          </ac:spMkLst>
        </pc:spChg>
        <pc:spChg chg="add del">
          <ac:chgData name="Chanchalpreet Kaur" userId="99efa711e0211b1e" providerId="LiveId" clId="{3408BA4A-8168-411A-BEEF-C443772C73A3}" dt="2026-03-25T21:58:24.634" v="141"/>
          <ac:spMkLst>
            <pc:docMk/>
            <pc:sldMk cId="0" sldId="256"/>
            <ac:spMk id="12" creationId="{9CEA1DEC-CC9E-4776-9E08-048A15BFA6CA}"/>
          </ac:spMkLst>
        </pc:spChg>
        <pc:spChg chg="add del">
          <ac:chgData name="Chanchalpreet Kaur" userId="99efa711e0211b1e" providerId="LiveId" clId="{3408BA4A-8168-411A-BEEF-C443772C73A3}" dt="2026-03-25T21:58:24.634" v="141"/>
          <ac:spMkLst>
            <pc:docMk/>
            <pc:sldMk cId="0" sldId="256"/>
            <ac:spMk id="14" creationId="{9CE399CF-F4B8-4832-A8CB-B93F6B1EF44B}"/>
          </ac:spMkLst>
        </pc:spChg>
        <pc:spChg chg="add del">
          <ac:chgData name="Chanchalpreet Kaur" userId="99efa711e0211b1e" providerId="LiveId" clId="{3408BA4A-8168-411A-BEEF-C443772C73A3}" dt="2026-03-25T21:58:24.634" v="141"/>
          <ac:spMkLst>
            <pc:docMk/>
            <pc:sldMk cId="0" sldId="256"/>
            <ac:spMk id="16" creationId="{1F23E73A-FDC8-462C-83C1-3AA8961449CF}"/>
          </ac:spMkLst>
        </pc:spChg>
      </pc:sldChg>
      <pc:sldChg chg="addSp delSp modTransition delDesignElem">
        <pc:chgData name="Chanchalpreet Kaur" userId="99efa711e0211b1e" providerId="LiveId" clId="{3408BA4A-8168-411A-BEEF-C443772C73A3}" dt="2026-03-25T21:58:24.634" v="141"/>
        <pc:sldMkLst>
          <pc:docMk/>
          <pc:sldMk cId="0" sldId="257"/>
        </pc:sldMkLst>
        <pc:spChg chg="add del">
          <ac:chgData name="Chanchalpreet Kaur" userId="99efa711e0211b1e" providerId="LiveId" clId="{3408BA4A-8168-411A-BEEF-C443772C73A3}" dt="2026-03-25T21:58:24.634" v="141"/>
          <ac:spMkLst>
            <pc:docMk/>
            <pc:sldMk cId="0" sldId="257"/>
            <ac:spMk id="13" creationId="{F9ED434F-8767-46CC-B26B-5AF62FF01E66}"/>
          </ac:spMkLst>
        </pc:spChg>
        <pc:grpChg chg="add del">
          <ac:chgData name="Chanchalpreet Kaur" userId="99efa711e0211b1e" providerId="LiveId" clId="{3408BA4A-8168-411A-BEEF-C443772C73A3}" dt="2026-03-25T21:58:24.634" v="141"/>
          <ac:grpSpMkLst>
            <pc:docMk/>
            <pc:sldMk cId="0" sldId="257"/>
            <ac:grpSpMk id="9" creationId="{2F448CB3-7B4F-45D7-B7C0-DF553DF61453}"/>
          </ac:grpSpMkLst>
        </pc:grpChg>
      </pc:sldChg>
      <pc:sldChg chg="addSp delSp modTransition delDesignElem">
        <pc:chgData name="Chanchalpreet Kaur" userId="99efa711e0211b1e" providerId="LiveId" clId="{3408BA4A-8168-411A-BEEF-C443772C73A3}" dt="2026-03-25T21:58:24.634" v="141"/>
        <pc:sldMkLst>
          <pc:docMk/>
          <pc:sldMk cId="0" sldId="258"/>
        </pc:sldMkLst>
        <pc:spChg chg="add del">
          <ac:chgData name="Chanchalpreet Kaur" userId="99efa711e0211b1e" providerId="LiveId" clId="{3408BA4A-8168-411A-BEEF-C443772C73A3}" dt="2026-03-25T21:58:24.634" v="141"/>
          <ac:spMkLst>
            <pc:docMk/>
            <pc:sldMk cId="0" sldId="258"/>
            <ac:spMk id="13" creationId="{F9ED434F-8767-46CC-B26B-5AF62FF01E66}"/>
          </ac:spMkLst>
        </pc:spChg>
        <pc:grpChg chg="add del">
          <ac:chgData name="Chanchalpreet Kaur" userId="99efa711e0211b1e" providerId="LiveId" clId="{3408BA4A-8168-411A-BEEF-C443772C73A3}" dt="2026-03-25T21:58:24.634" v="141"/>
          <ac:grpSpMkLst>
            <pc:docMk/>
            <pc:sldMk cId="0" sldId="258"/>
            <ac:grpSpMk id="9" creationId="{2F448CB3-7B4F-45D7-B7C0-DF553DF61453}"/>
          </ac:grpSpMkLst>
        </pc:grpChg>
      </pc:sldChg>
      <pc:sldChg chg="addSp delSp modTransition delDesignElem">
        <pc:chgData name="Chanchalpreet Kaur" userId="99efa711e0211b1e" providerId="LiveId" clId="{3408BA4A-8168-411A-BEEF-C443772C73A3}" dt="2026-03-25T21:58:24.634" v="141"/>
        <pc:sldMkLst>
          <pc:docMk/>
          <pc:sldMk cId="0" sldId="259"/>
        </pc:sldMkLst>
        <pc:spChg chg="add del">
          <ac:chgData name="Chanchalpreet Kaur" userId="99efa711e0211b1e" providerId="LiveId" clId="{3408BA4A-8168-411A-BEEF-C443772C73A3}" dt="2026-03-25T21:58:24.634" v="141"/>
          <ac:spMkLst>
            <pc:docMk/>
            <pc:sldMk cId="0" sldId="259"/>
            <ac:spMk id="13" creationId="{F9ED434F-8767-46CC-B26B-5AF62FF01E66}"/>
          </ac:spMkLst>
        </pc:spChg>
        <pc:grpChg chg="add del">
          <ac:chgData name="Chanchalpreet Kaur" userId="99efa711e0211b1e" providerId="LiveId" clId="{3408BA4A-8168-411A-BEEF-C443772C73A3}" dt="2026-03-25T21:58:24.634" v="141"/>
          <ac:grpSpMkLst>
            <pc:docMk/>
            <pc:sldMk cId="0" sldId="259"/>
            <ac:grpSpMk id="9" creationId="{2F448CB3-7B4F-45D7-B7C0-DF553DF61453}"/>
          </ac:grpSpMkLst>
        </pc:grpChg>
      </pc:sldChg>
      <pc:sldChg chg="addSp delSp modTransition delDesignElem">
        <pc:chgData name="Chanchalpreet Kaur" userId="99efa711e0211b1e" providerId="LiveId" clId="{3408BA4A-8168-411A-BEEF-C443772C73A3}" dt="2026-03-25T21:58:24.634" v="141"/>
        <pc:sldMkLst>
          <pc:docMk/>
          <pc:sldMk cId="0" sldId="260"/>
        </pc:sldMkLst>
        <pc:spChg chg="add del">
          <ac:chgData name="Chanchalpreet Kaur" userId="99efa711e0211b1e" providerId="LiveId" clId="{3408BA4A-8168-411A-BEEF-C443772C73A3}" dt="2026-03-25T21:58:24.634" v="141"/>
          <ac:spMkLst>
            <pc:docMk/>
            <pc:sldMk cId="0" sldId="260"/>
            <ac:spMk id="13" creationId="{F9ED434F-8767-46CC-B26B-5AF62FF01E66}"/>
          </ac:spMkLst>
        </pc:spChg>
        <pc:grpChg chg="add del">
          <ac:chgData name="Chanchalpreet Kaur" userId="99efa711e0211b1e" providerId="LiveId" clId="{3408BA4A-8168-411A-BEEF-C443772C73A3}" dt="2026-03-25T21:58:24.634" v="141"/>
          <ac:grpSpMkLst>
            <pc:docMk/>
            <pc:sldMk cId="0" sldId="260"/>
            <ac:grpSpMk id="9" creationId="{2F448CB3-7B4F-45D7-B7C0-DF553DF61453}"/>
          </ac:grpSpMkLst>
        </pc:grpChg>
      </pc:sldChg>
      <pc:sldChg chg="addSp delSp modSp mod modTransition setBg setClrOvrMap delDesignElem chgLayout">
        <pc:chgData name="Chanchalpreet Kaur" userId="99efa711e0211b1e" providerId="LiveId" clId="{3408BA4A-8168-411A-BEEF-C443772C73A3}" dt="2026-03-25T22:02:55.720" v="173" actId="113"/>
        <pc:sldMkLst>
          <pc:docMk/>
          <pc:sldMk cId="0" sldId="261"/>
        </pc:sldMkLst>
        <pc:spChg chg="mod ord">
          <ac:chgData name="Chanchalpreet Kaur" userId="99efa711e0211b1e" providerId="LiveId" clId="{3408BA4A-8168-411A-BEEF-C443772C73A3}" dt="2026-03-25T22:02:05.044" v="168" actId="26606"/>
          <ac:spMkLst>
            <pc:docMk/>
            <pc:sldMk cId="0" sldId="261"/>
            <ac:spMk id="2" creationId="{00000000-0000-0000-0000-000000000000}"/>
          </ac:spMkLst>
        </pc:spChg>
        <pc:spChg chg="add del mod">
          <ac:chgData name="Chanchalpreet Kaur" userId="99efa711e0211b1e" providerId="LiveId" clId="{3408BA4A-8168-411A-BEEF-C443772C73A3}" dt="2026-03-25T22:00:24.967" v="154" actId="478"/>
          <ac:spMkLst>
            <pc:docMk/>
            <pc:sldMk cId="0" sldId="261"/>
            <ac:spMk id="4" creationId="{F8B40486-2B1A-9C1A-2E22-2CC7C87FD8A5}"/>
          </ac:spMkLst>
        </pc:spChg>
        <pc:spChg chg="add del mod">
          <ac:chgData name="Chanchalpreet Kaur" userId="99efa711e0211b1e" providerId="LiveId" clId="{3408BA4A-8168-411A-BEEF-C443772C73A3}" dt="2026-03-25T22:00:46.973" v="159" actId="478"/>
          <ac:spMkLst>
            <pc:docMk/>
            <pc:sldMk cId="0" sldId="261"/>
            <ac:spMk id="6" creationId="{4B246CAB-EDA3-E188-F853-CB5331BEA75A}"/>
          </ac:spMkLst>
        </pc:spChg>
        <pc:spChg chg="add del mod">
          <ac:chgData name="Chanchalpreet Kaur" userId="99efa711e0211b1e" providerId="LiveId" clId="{3408BA4A-8168-411A-BEEF-C443772C73A3}" dt="2026-03-25T22:00:56.419" v="161" actId="478"/>
          <ac:spMkLst>
            <pc:docMk/>
            <pc:sldMk cId="0" sldId="261"/>
            <ac:spMk id="7" creationId="{1827CC9C-8123-8B7B-FE39-23F4A7C96A8C}"/>
          </ac:spMkLst>
        </pc:spChg>
        <pc:spChg chg="add del">
          <ac:chgData name="Chanchalpreet Kaur" userId="99efa711e0211b1e" providerId="LiveId" clId="{3408BA4A-8168-411A-BEEF-C443772C73A3}" dt="2026-03-25T22:01:25.313" v="165" actId="26606"/>
          <ac:spMkLst>
            <pc:docMk/>
            <pc:sldMk cId="0" sldId="261"/>
            <ac:spMk id="24" creationId="{6288FC2F-B192-42B2-90BE-517E1039BE0B}"/>
          </ac:spMkLst>
        </pc:spChg>
        <pc:spChg chg="add del">
          <ac:chgData name="Chanchalpreet Kaur" userId="99efa711e0211b1e" providerId="LiveId" clId="{3408BA4A-8168-411A-BEEF-C443772C73A3}" dt="2026-03-25T21:47:07.393" v="73" actId="26606"/>
          <ac:spMkLst>
            <pc:docMk/>
            <pc:sldMk cId="0" sldId="261"/>
            <ac:spMk id="27" creationId="{CC28BCC9-4093-4FD5-83EB-7EC297F51396}"/>
          </ac:spMkLst>
        </pc:spChg>
        <pc:spChg chg="add del">
          <ac:chgData name="Chanchalpreet Kaur" userId="99efa711e0211b1e" providerId="LiveId" clId="{3408BA4A-8168-411A-BEEF-C443772C73A3}" dt="2026-03-25T22:01:25.313" v="165" actId="26606"/>
          <ac:spMkLst>
            <pc:docMk/>
            <pc:sldMk cId="0" sldId="261"/>
            <ac:spMk id="30" creationId="{F9ED434F-8767-46CC-B26B-5AF62FF01E66}"/>
          </ac:spMkLst>
        </pc:spChg>
        <pc:spChg chg="add del">
          <ac:chgData name="Chanchalpreet Kaur" userId="99efa711e0211b1e" providerId="LiveId" clId="{3408BA4A-8168-411A-BEEF-C443772C73A3}" dt="2026-03-25T22:02:05.044" v="168" actId="26606"/>
          <ac:spMkLst>
            <pc:docMk/>
            <pc:sldMk cId="0" sldId="261"/>
            <ac:spMk id="35" creationId="{CC28BCC9-4093-4FD5-83EB-7EC297F51396}"/>
          </ac:spMkLst>
        </pc:spChg>
        <pc:spChg chg="add del">
          <ac:chgData name="Chanchalpreet Kaur" userId="99efa711e0211b1e" providerId="LiveId" clId="{3408BA4A-8168-411A-BEEF-C443772C73A3}" dt="2026-03-25T21:47:37.847" v="80" actId="26606"/>
          <ac:spMkLst>
            <pc:docMk/>
            <pc:sldMk cId="0" sldId="261"/>
            <ac:spMk id="36" creationId="{F9ED434F-8767-46CC-B26B-5AF62FF01E66}"/>
          </ac:spMkLst>
        </pc:spChg>
        <pc:spChg chg="add del">
          <ac:chgData name="Chanchalpreet Kaur" userId="99efa711e0211b1e" providerId="LiveId" clId="{3408BA4A-8168-411A-BEEF-C443772C73A3}" dt="2026-03-25T21:47:37.807" v="79" actId="26606"/>
          <ac:spMkLst>
            <pc:docMk/>
            <pc:sldMk cId="0" sldId="261"/>
            <ac:spMk id="45" creationId="{F9ED434F-8767-46CC-B26B-5AF62FF01E66}"/>
          </ac:spMkLst>
        </pc:spChg>
        <pc:spChg chg="add del">
          <ac:chgData name="Chanchalpreet Kaur" userId="99efa711e0211b1e" providerId="LiveId" clId="{3408BA4A-8168-411A-BEEF-C443772C73A3}" dt="2026-03-25T22:02:05.044" v="168" actId="26606"/>
          <ac:spMkLst>
            <pc:docMk/>
            <pc:sldMk cId="0" sldId="261"/>
            <ac:spMk id="49" creationId="{6288FC2F-B192-42B2-90BE-517E1039BE0B}"/>
          </ac:spMkLst>
        </pc:spChg>
        <pc:spChg chg="add del">
          <ac:chgData name="Chanchalpreet Kaur" userId="99efa711e0211b1e" providerId="LiveId" clId="{3408BA4A-8168-411A-BEEF-C443772C73A3}" dt="2026-03-25T21:52:51.217" v="105" actId="700"/>
          <ac:spMkLst>
            <pc:docMk/>
            <pc:sldMk cId="0" sldId="261"/>
            <ac:spMk id="50" creationId="{F9ED434F-8767-46CC-B26B-5AF62FF01E66}"/>
          </ac:spMkLst>
        </pc:spChg>
        <pc:spChg chg="add del">
          <ac:chgData name="Chanchalpreet Kaur" userId="99efa711e0211b1e" providerId="LiveId" clId="{3408BA4A-8168-411A-BEEF-C443772C73A3}" dt="2026-03-25T21:49:05.577" v="94" actId="26606"/>
          <ac:spMkLst>
            <pc:docMk/>
            <pc:sldMk cId="0" sldId="261"/>
            <ac:spMk id="64" creationId="{CC28BCC9-4093-4FD5-83EB-7EC297F51396}"/>
          </ac:spMkLst>
        </pc:spChg>
        <pc:grpChg chg="add del">
          <ac:chgData name="Chanchalpreet Kaur" userId="99efa711e0211b1e" providerId="LiveId" clId="{3408BA4A-8168-411A-BEEF-C443772C73A3}" dt="2026-03-25T22:01:25.313" v="165" actId="26606"/>
          <ac:grpSpMkLst>
            <pc:docMk/>
            <pc:sldMk cId="0" sldId="261"/>
            <ac:grpSpMk id="13" creationId="{E5D4A15D-C852-47D7-A7E3-7F8FEE9FCA9D}"/>
          </ac:grpSpMkLst>
        </pc:grpChg>
        <pc:grpChg chg="add del">
          <ac:chgData name="Chanchalpreet Kaur" userId="99efa711e0211b1e" providerId="LiveId" clId="{3408BA4A-8168-411A-BEEF-C443772C73A3}" dt="2026-03-25T21:47:07.393" v="73" actId="26606"/>
          <ac:grpSpMkLst>
            <pc:docMk/>
            <pc:sldMk cId="0" sldId="261"/>
            <ac:grpSpMk id="18" creationId="{08BCF048-8940-4354-B9EC-5AD74E283CE3}"/>
          </ac:grpSpMkLst>
        </pc:grpChg>
        <pc:grpChg chg="add del">
          <ac:chgData name="Chanchalpreet Kaur" userId="99efa711e0211b1e" providerId="LiveId" clId="{3408BA4A-8168-411A-BEEF-C443772C73A3}" dt="2026-03-25T22:01:25.313" v="165" actId="26606"/>
          <ac:grpSpMkLst>
            <pc:docMk/>
            <pc:sldMk cId="0" sldId="261"/>
            <ac:grpSpMk id="26" creationId="{2F448CB3-7B4F-45D7-B7C0-DF553DF61453}"/>
          </ac:grpSpMkLst>
        </pc:grpChg>
        <pc:grpChg chg="add del">
          <ac:chgData name="Chanchalpreet Kaur" userId="99efa711e0211b1e" providerId="LiveId" clId="{3408BA4A-8168-411A-BEEF-C443772C73A3}" dt="2026-03-25T21:47:37.847" v="80" actId="26606"/>
          <ac:grpSpMkLst>
            <pc:docMk/>
            <pc:sldMk cId="0" sldId="261"/>
            <ac:grpSpMk id="32" creationId="{2F448CB3-7B4F-45D7-B7C0-DF553DF61453}"/>
          </ac:grpSpMkLst>
        </pc:grpChg>
        <pc:grpChg chg="add del">
          <ac:chgData name="Chanchalpreet Kaur" userId="99efa711e0211b1e" providerId="LiveId" clId="{3408BA4A-8168-411A-BEEF-C443772C73A3}" dt="2026-03-25T22:02:05.044" v="168" actId="26606"/>
          <ac:grpSpMkLst>
            <pc:docMk/>
            <pc:sldMk cId="0" sldId="261"/>
            <ac:grpSpMk id="34" creationId="{E5D4A15D-C852-47D7-A7E3-7F8FEE9FCA9D}"/>
          </ac:grpSpMkLst>
        </pc:grpChg>
        <pc:grpChg chg="add del">
          <ac:chgData name="Chanchalpreet Kaur" userId="99efa711e0211b1e" providerId="LiveId" clId="{3408BA4A-8168-411A-BEEF-C443772C73A3}" dt="2026-03-25T21:47:37.807" v="79" actId="26606"/>
          <ac:grpSpMkLst>
            <pc:docMk/>
            <pc:sldMk cId="0" sldId="261"/>
            <ac:grpSpMk id="41" creationId="{2F448CB3-7B4F-45D7-B7C0-DF553DF61453}"/>
          </ac:grpSpMkLst>
        </pc:grpChg>
        <pc:grpChg chg="add del">
          <ac:chgData name="Chanchalpreet Kaur" userId="99efa711e0211b1e" providerId="LiveId" clId="{3408BA4A-8168-411A-BEEF-C443772C73A3}" dt="2026-03-25T21:52:51.217" v="105" actId="700"/>
          <ac:grpSpMkLst>
            <pc:docMk/>
            <pc:sldMk cId="0" sldId="261"/>
            <ac:grpSpMk id="47" creationId="{2F448CB3-7B4F-45D7-B7C0-DF553DF61453}"/>
          </ac:grpSpMkLst>
        </pc:grpChg>
        <pc:grpChg chg="add del">
          <ac:chgData name="Chanchalpreet Kaur" userId="99efa711e0211b1e" providerId="LiveId" clId="{3408BA4A-8168-411A-BEEF-C443772C73A3}" dt="2026-03-25T22:02:05.044" v="168" actId="26606"/>
          <ac:grpSpMkLst>
            <pc:docMk/>
            <pc:sldMk cId="0" sldId="261"/>
            <ac:grpSpMk id="51" creationId="{08BCF048-8940-4354-B9EC-5AD74E283CE3}"/>
          </ac:grpSpMkLst>
        </pc:grpChg>
        <pc:grpChg chg="add del">
          <ac:chgData name="Chanchalpreet Kaur" userId="99efa711e0211b1e" providerId="LiveId" clId="{3408BA4A-8168-411A-BEEF-C443772C73A3}" dt="2026-03-25T21:49:05.577" v="94" actId="26606"/>
          <ac:grpSpMkLst>
            <pc:docMk/>
            <pc:sldMk cId="0" sldId="261"/>
            <ac:grpSpMk id="55" creationId="{08BCF048-8940-4354-B9EC-5AD74E283CE3}"/>
          </ac:grpSpMkLst>
        </pc:grpChg>
        <pc:graphicFrameChg chg="del mod ord modGraphic">
          <ac:chgData name="Chanchalpreet Kaur" userId="99efa711e0211b1e" providerId="LiveId" clId="{3408BA4A-8168-411A-BEEF-C443772C73A3}" dt="2026-03-25T21:57:51.422" v="125" actId="478"/>
          <ac:graphicFrameMkLst>
            <pc:docMk/>
            <pc:sldMk cId="0" sldId="261"/>
            <ac:graphicFrameMk id="5" creationId="{349116C4-E129-8630-97B5-AAC3A53E06C2}"/>
          </ac:graphicFrameMkLst>
        </pc:graphicFrameChg>
        <pc:graphicFrameChg chg="add mod modGraphic">
          <ac:chgData name="Chanchalpreet Kaur" userId="99efa711e0211b1e" providerId="LiveId" clId="{3408BA4A-8168-411A-BEEF-C443772C73A3}" dt="2026-03-25T22:02:55.720" v="173" actId="113"/>
          <ac:graphicFrameMkLst>
            <pc:docMk/>
            <pc:sldMk cId="0" sldId="261"/>
            <ac:graphicFrameMk id="8" creationId="{01E78A37-4845-C0E8-BC55-A879A4625D4C}"/>
          </ac:graphicFrameMkLst>
        </pc:graphicFrameChg>
      </pc:sldChg>
      <pc:sldChg chg="addSp delSp modTransition delDesignElem">
        <pc:chgData name="Chanchalpreet Kaur" userId="99efa711e0211b1e" providerId="LiveId" clId="{3408BA4A-8168-411A-BEEF-C443772C73A3}" dt="2026-03-25T21:58:24.634" v="141"/>
        <pc:sldMkLst>
          <pc:docMk/>
          <pc:sldMk cId="0" sldId="262"/>
        </pc:sldMkLst>
        <pc:spChg chg="add del">
          <ac:chgData name="Chanchalpreet Kaur" userId="99efa711e0211b1e" providerId="LiveId" clId="{3408BA4A-8168-411A-BEEF-C443772C73A3}" dt="2026-03-25T21:58:24.634" v="141"/>
          <ac:spMkLst>
            <pc:docMk/>
            <pc:sldMk cId="0" sldId="262"/>
            <ac:spMk id="27" creationId="{6DFBE54E-A701-4039-AC57-CF06B37CC626}"/>
          </ac:spMkLst>
        </pc:spChg>
        <pc:spChg chg="add del">
          <ac:chgData name="Chanchalpreet Kaur" userId="99efa711e0211b1e" providerId="LiveId" clId="{3408BA4A-8168-411A-BEEF-C443772C73A3}" dt="2026-03-25T21:58:24.634" v="141"/>
          <ac:spMkLst>
            <pc:docMk/>
            <pc:sldMk cId="0" sldId="262"/>
            <ac:spMk id="29" creationId="{D33A9890-FE1F-4F08-8EF4-FD2B43954605}"/>
          </ac:spMkLst>
        </pc:spChg>
        <pc:spChg chg="add del">
          <ac:chgData name="Chanchalpreet Kaur" userId="99efa711e0211b1e" providerId="LiveId" clId="{3408BA4A-8168-411A-BEEF-C443772C73A3}" dt="2026-03-25T21:58:24.634" v="141"/>
          <ac:spMkLst>
            <pc:docMk/>
            <pc:sldMk cId="0" sldId="262"/>
            <ac:spMk id="31" creationId="{92515798-C8A3-40E7-A830-82681C81A0CD}"/>
          </ac:spMkLst>
        </pc:spChg>
      </pc:sldChg>
      <pc:sldChg chg="addSp delSp modTransition delDesignElem">
        <pc:chgData name="Chanchalpreet Kaur" userId="99efa711e0211b1e" providerId="LiveId" clId="{3408BA4A-8168-411A-BEEF-C443772C73A3}" dt="2026-03-25T21:58:24.634" v="141"/>
        <pc:sldMkLst>
          <pc:docMk/>
          <pc:sldMk cId="0" sldId="263"/>
        </pc:sldMkLst>
        <pc:spChg chg="add del">
          <ac:chgData name="Chanchalpreet Kaur" userId="99efa711e0211b1e" providerId="LiveId" clId="{3408BA4A-8168-411A-BEEF-C443772C73A3}" dt="2026-03-25T21:58:24.634" v="141"/>
          <ac:spMkLst>
            <pc:docMk/>
            <pc:sldMk cId="0" sldId="263"/>
            <ac:spMk id="27" creationId="{6DFBE54E-A701-4039-AC57-CF06B37CC626}"/>
          </ac:spMkLst>
        </pc:spChg>
        <pc:spChg chg="add del">
          <ac:chgData name="Chanchalpreet Kaur" userId="99efa711e0211b1e" providerId="LiveId" clId="{3408BA4A-8168-411A-BEEF-C443772C73A3}" dt="2026-03-25T21:58:24.634" v="141"/>
          <ac:spMkLst>
            <pc:docMk/>
            <pc:sldMk cId="0" sldId="263"/>
            <ac:spMk id="29" creationId="{D33A9890-FE1F-4F08-8EF4-FD2B43954605}"/>
          </ac:spMkLst>
        </pc:spChg>
        <pc:spChg chg="add del">
          <ac:chgData name="Chanchalpreet Kaur" userId="99efa711e0211b1e" providerId="LiveId" clId="{3408BA4A-8168-411A-BEEF-C443772C73A3}" dt="2026-03-25T21:58:24.634" v="141"/>
          <ac:spMkLst>
            <pc:docMk/>
            <pc:sldMk cId="0" sldId="263"/>
            <ac:spMk id="31" creationId="{92515798-C8A3-40E7-A830-82681C81A0CD}"/>
          </ac:spMkLst>
        </pc:spChg>
      </pc:sldChg>
      <pc:sldChg chg="addSp delSp modTransition delDesignElem">
        <pc:chgData name="Chanchalpreet Kaur" userId="99efa711e0211b1e" providerId="LiveId" clId="{3408BA4A-8168-411A-BEEF-C443772C73A3}" dt="2026-03-25T21:58:24.634" v="141"/>
        <pc:sldMkLst>
          <pc:docMk/>
          <pc:sldMk cId="0" sldId="264"/>
        </pc:sldMkLst>
        <pc:spChg chg="add del">
          <ac:chgData name="Chanchalpreet Kaur" userId="99efa711e0211b1e" providerId="LiveId" clId="{3408BA4A-8168-411A-BEEF-C443772C73A3}" dt="2026-03-25T21:58:24.634" v="141"/>
          <ac:spMkLst>
            <pc:docMk/>
            <pc:sldMk cId="0" sldId="264"/>
            <ac:spMk id="33" creationId="{6DFBE54E-A701-4039-AC57-CF06B37CC626}"/>
          </ac:spMkLst>
        </pc:spChg>
        <pc:spChg chg="add del">
          <ac:chgData name="Chanchalpreet Kaur" userId="99efa711e0211b1e" providerId="LiveId" clId="{3408BA4A-8168-411A-BEEF-C443772C73A3}" dt="2026-03-25T21:58:24.634" v="141"/>
          <ac:spMkLst>
            <pc:docMk/>
            <pc:sldMk cId="0" sldId="264"/>
            <ac:spMk id="35" creationId="{D33A9890-FE1F-4F08-8EF4-FD2B43954605}"/>
          </ac:spMkLst>
        </pc:spChg>
        <pc:spChg chg="add del">
          <ac:chgData name="Chanchalpreet Kaur" userId="99efa711e0211b1e" providerId="LiveId" clId="{3408BA4A-8168-411A-BEEF-C443772C73A3}" dt="2026-03-25T21:58:24.634" v="141"/>
          <ac:spMkLst>
            <pc:docMk/>
            <pc:sldMk cId="0" sldId="264"/>
            <ac:spMk id="37" creationId="{92515798-C8A3-40E7-A830-82681C81A0CD}"/>
          </ac:spMkLst>
        </pc:spChg>
      </pc:sldChg>
      <pc:sldChg chg="addSp delSp modTransition delDesignElem">
        <pc:chgData name="Chanchalpreet Kaur" userId="99efa711e0211b1e" providerId="LiveId" clId="{3408BA4A-8168-411A-BEEF-C443772C73A3}" dt="2026-03-25T21:58:24.634" v="141"/>
        <pc:sldMkLst>
          <pc:docMk/>
          <pc:sldMk cId="0" sldId="265"/>
        </pc:sldMkLst>
        <pc:spChg chg="add del">
          <ac:chgData name="Chanchalpreet Kaur" userId="99efa711e0211b1e" providerId="LiveId" clId="{3408BA4A-8168-411A-BEEF-C443772C73A3}" dt="2026-03-25T21:58:24.634" v="141"/>
          <ac:spMkLst>
            <pc:docMk/>
            <pc:sldMk cId="0" sldId="265"/>
            <ac:spMk id="8" creationId="{C314C310-850D-4491-AA52-C75BEA68B68C}"/>
          </ac:spMkLst>
        </pc:spChg>
        <pc:grpChg chg="add del">
          <ac:chgData name="Chanchalpreet Kaur" userId="99efa711e0211b1e" providerId="LiveId" clId="{3408BA4A-8168-411A-BEEF-C443772C73A3}" dt="2026-03-25T21:58:24.634" v="141"/>
          <ac:grpSpMkLst>
            <pc:docMk/>
            <pc:sldMk cId="0" sldId="265"/>
            <ac:grpSpMk id="10" creationId="{D4EC3799-3F52-48CE-85CC-83AED368EB42}"/>
          </ac:grpSpMkLst>
        </pc:grpChg>
        <pc:cxnChg chg="add del">
          <ac:chgData name="Chanchalpreet Kaur" userId="99efa711e0211b1e" providerId="LiveId" clId="{3408BA4A-8168-411A-BEEF-C443772C73A3}" dt="2026-03-25T21:58:24.634" v="141"/>
          <ac:cxnSpMkLst>
            <pc:docMk/>
            <pc:sldMk cId="0" sldId="265"/>
            <ac:cxnSpMk id="14" creationId="{789E20C7-BB50-4317-93C7-90C8ED80B275}"/>
          </ac:cxnSpMkLst>
        </pc:cxnChg>
      </pc:sldChg>
      <pc:sldChg chg="addSp delSp modTransition delDesignElem">
        <pc:chgData name="Chanchalpreet Kaur" userId="99efa711e0211b1e" providerId="LiveId" clId="{3408BA4A-8168-411A-BEEF-C443772C73A3}" dt="2026-03-25T21:58:24.634" v="141"/>
        <pc:sldMkLst>
          <pc:docMk/>
          <pc:sldMk cId="0" sldId="266"/>
        </pc:sldMkLst>
        <pc:spChg chg="add del">
          <ac:chgData name="Chanchalpreet Kaur" userId="99efa711e0211b1e" providerId="LiveId" clId="{3408BA4A-8168-411A-BEEF-C443772C73A3}" dt="2026-03-25T21:58:24.634" v="141"/>
          <ac:spMkLst>
            <pc:docMk/>
            <pc:sldMk cId="0" sldId="266"/>
            <ac:spMk id="14" creationId="{6DFBE54E-A701-4039-AC57-CF06B37CC626}"/>
          </ac:spMkLst>
        </pc:spChg>
        <pc:spChg chg="add del">
          <ac:chgData name="Chanchalpreet Kaur" userId="99efa711e0211b1e" providerId="LiveId" clId="{3408BA4A-8168-411A-BEEF-C443772C73A3}" dt="2026-03-25T21:58:24.634" v="141"/>
          <ac:spMkLst>
            <pc:docMk/>
            <pc:sldMk cId="0" sldId="266"/>
            <ac:spMk id="16" creationId="{D33A9890-FE1F-4F08-8EF4-FD2B43954605}"/>
          </ac:spMkLst>
        </pc:spChg>
        <pc:spChg chg="add del">
          <ac:chgData name="Chanchalpreet Kaur" userId="99efa711e0211b1e" providerId="LiveId" clId="{3408BA4A-8168-411A-BEEF-C443772C73A3}" dt="2026-03-25T21:58:24.634" v="141"/>
          <ac:spMkLst>
            <pc:docMk/>
            <pc:sldMk cId="0" sldId="266"/>
            <ac:spMk id="18" creationId="{92515798-C8A3-40E7-A830-82681C81A0CD}"/>
          </ac:spMkLst>
        </pc:spChg>
      </pc:sldChg>
      <pc:sldChg chg="addSp delSp modTransition delDesignElem">
        <pc:chgData name="Chanchalpreet Kaur" userId="99efa711e0211b1e" providerId="LiveId" clId="{3408BA4A-8168-411A-BEEF-C443772C73A3}" dt="2026-03-25T21:58:24.634" v="141"/>
        <pc:sldMkLst>
          <pc:docMk/>
          <pc:sldMk cId="0" sldId="267"/>
        </pc:sldMkLst>
        <pc:spChg chg="add del">
          <ac:chgData name="Chanchalpreet Kaur" userId="99efa711e0211b1e" providerId="LiveId" clId="{3408BA4A-8168-411A-BEEF-C443772C73A3}" dt="2026-03-25T21:58:24.634" v="141"/>
          <ac:spMkLst>
            <pc:docMk/>
            <pc:sldMk cId="0" sldId="267"/>
            <ac:spMk id="13" creationId="{F9ED434F-8767-46CC-B26B-5AF62FF01E66}"/>
          </ac:spMkLst>
        </pc:spChg>
        <pc:grpChg chg="add del">
          <ac:chgData name="Chanchalpreet Kaur" userId="99efa711e0211b1e" providerId="LiveId" clId="{3408BA4A-8168-411A-BEEF-C443772C73A3}" dt="2026-03-25T21:58:24.634" v="141"/>
          <ac:grpSpMkLst>
            <pc:docMk/>
            <pc:sldMk cId="0" sldId="267"/>
            <ac:grpSpMk id="9" creationId="{2F448CB3-7B4F-45D7-B7C0-DF553DF61453}"/>
          </ac:grpSpMkLst>
        </pc:grpChg>
      </pc:sldChg>
      <pc:sldChg chg="addSp delSp modTransition delDesignElem">
        <pc:chgData name="Chanchalpreet Kaur" userId="99efa711e0211b1e" providerId="LiveId" clId="{3408BA4A-8168-411A-BEEF-C443772C73A3}" dt="2026-03-25T21:58:24.634" v="141"/>
        <pc:sldMkLst>
          <pc:docMk/>
          <pc:sldMk cId="0" sldId="268"/>
        </pc:sldMkLst>
        <pc:spChg chg="add del">
          <ac:chgData name="Chanchalpreet Kaur" userId="99efa711e0211b1e" providerId="LiveId" clId="{3408BA4A-8168-411A-BEEF-C443772C73A3}" dt="2026-03-25T21:58:24.634" v="141"/>
          <ac:spMkLst>
            <pc:docMk/>
            <pc:sldMk cId="0" sldId="268"/>
            <ac:spMk id="14" creationId="{6DFBE54E-A701-4039-AC57-CF06B37CC626}"/>
          </ac:spMkLst>
        </pc:spChg>
        <pc:spChg chg="add del">
          <ac:chgData name="Chanchalpreet Kaur" userId="99efa711e0211b1e" providerId="LiveId" clId="{3408BA4A-8168-411A-BEEF-C443772C73A3}" dt="2026-03-25T21:58:24.634" v="141"/>
          <ac:spMkLst>
            <pc:docMk/>
            <pc:sldMk cId="0" sldId="268"/>
            <ac:spMk id="16" creationId="{D33A9890-FE1F-4F08-8EF4-FD2B43954605}"/>
          </ac:spMkLst>
        </pc:spChg>
        <pc:spChg chg="add del">
          <ac:chgData name="Chanchalpreet Kaur" userId="99efa711e0211b1e" providerId="LiveId" clId="{3408BA4A-8168-411A-BEEF-C443772C73A3}" dt="2026-03-25T21:58:24.634" v="141"/>
          <ac:spMkLst>
            <pc:docMk/>
            <pc:sldMk cId="0" sldId="268"/>
            <ac:spMk id="18" creationId="{92515798-C8A3-40E7-A830-82681C81A0CD}"/>
          </ac:spMkLst>
        </pc:spChg>
      </pc:sldChg>
      <pc:sldChg chg="addSp delSp modTransition delDesignElem">
        <pc:chgData name="Chanchalpreet Kaur" userId="99efa711e0211b1e" providerId="LiveId" clId="{3408BA4A-8168-411A-BEEF-C443772C73A3}" dt="2026-03-25T21:58:24.634" v="141"/>
        <pc:sldMkLst>
          <pc:docMk/>
          <pc:sldMk cId="0" sldId="269"/>
        </pc:sldMkLst>
        <pc:spChg chg="add del">
          <ac:chgData name="Chanchalpreet Kaur" userId="99efa711e0211b1e" providerId="LiveId" clId="{3408BA4A-8168-411A-BEEF-C443772C73A3}" dt="2026-03-25T21:58:24.634" v="141"/>
          <ac:spMkLst>
            <pc:docMk/>
            <pc:sldMk cId="0" sldId="269"/>
            <ac:spMk id="8" creationId="{C314C310-850D-4491-AA52-C75BEA68B68C}"/>
          </ac:spMkLst>
        </pc:spChg>
        <pc:grpChg chg="add del">
          <ac:chgData name="Chanchalpreet Kaur" userId="99efa711e0211b1e" providerId="LiveId" clId="{3408BA4A-8168-411A-BEEF-C443772C73A3}" dt="2026-03-25T21:58:24.634" v="141"/>
          <ac:grpSpMkLst>
            <pc:docMk/>
            <pc:sldMk cId="0" sldId="269"/>
            <ac:grpSpMk id="10" creationId="{D4EC3799-3F52-48CE-85CC-83AED368EB42}"/>
          </ac:grpSpMkLst>
        </pc:grpChg>
        <pc:cxnChg chg="add del">
          <ac:chgData name="Chanchalpreet Kaur" userId="99efa711e0211b1e" providerId="LiveId" clId="{3408BA4A-8168-411A-BEEF-C443772C73A3}" dt="2026-03-25T21:58:24.634" v="141"/>
          <ac:cxnSpMkLst>
            <pc:docMk/>
            <pc:sldMk cId="0" sldId="269"/>
            <ac:cxnSpMk id="14" creationId="{789E20C7-BB50-4317-93C7-90C8ED80B275}"/>
          </ac:cxnSpMkLst>
        </pc:cxnChg>
      </pc:sldChg>
      <pc:sldChg chg="addSp delSp modTransition delDesignElem">
        <pc:chgData name="Chanchalpreet Kaur" userId="99efa711e0211b1e" providerId="LiveId" clId="{3408BA4A-8168-411A-BEEF-C443772C73A3}" dt="2026-03-25T21:58:24.634" v="141"/>
        <pc:sldMkLst>
          <pc:docMk/>
          <pc:sldMk cId="0" sldId="270"/>
        </pc:sldMkLst>
        <pc:spChg chg="add del">
          <ac:chgData name="Chanchalpreet Kaur" userId="99efa711e0211b1e" providerId="LiveId" clId="{3408BA4A-8168-411A-BEEF-C443772C73A3}" dt="2026-03-25T21:58:24.634" v="141"/>
          <ac:spMkLst>
            <pc:docMk/>
            <pc:sldMk cId="0" sldId="270"/>
            <ac:spMk id="18" creationId="{CC28BCC9-4093-4FD5-83EB-7EC297F51396}"/>
          </ac:spMkLst>
        </pc:spChg>
        <pc:grpChg chg="add del">
          <ac:chgData name="Chanchalpreet Kaur" userId="99efa711e0211b1e" providerId="LiveId" clId="{3408BA4A-8168-411A-BEEF-C443772C73A3}" dt="2026-03-25T21:58:24.634" v="141"/>
          <ac:grpSpMkLst>
            <pc:docMk/>
            <pc:sldMk cId="0" sldId="270"/>
            <ac:grpSpMk id="9" creationId="{08BCF048-8940-4354-B9EC-5AD74E283CE3}"/>
          </ac:grpSpMkLst>
        </pc:grpChg>
      </pc:sldChg>
      <pc:sldChg chg="addSp delSp modSp new mod modTransition setBg setClrOvrMap delDesignElem">
        <pc:chgData name="Chanchalpreet Kaur" userId="99efa711e0211b1e" providerId="LiveId" clId="{3408BA4A-8168-411A-BEEF-C443772C73A3}" dt="2026-03-25T21:58:24.634" v="141"/>
        <pc:sldMkLst>
          <pc:docMk/>
          <pc:sldMk cId="4005172348" sldId="271"/>
        </pc:sldMkLst>
        <pc:spChg chg="mod">
          <ac:chgData name="Chanchalpreet Kaur" userId="99efa711e0211b1e" providerId="LiveId" clId="{3408BA4A-8168-411A-BEEF-C443772C73A3}" dt="2026-03-25T21:40:15.434" v="44" actId="26606"/>
          <ac:spMkLst>
            <pc:docMk/>
            <pc:sldMk cId="4005172348" sldId="271"/>
            <ac:spMk id="2" creationId="{7861D71C-9146-4850-D16E-A06F39821BE9}"/>
          </ac:spMkLst>
        </pc:spChg>
        <pc:spChg chg="add del">
          <ac:chgData name="Chanchalpreet Kaur" userId="99efa711e0211b1e" providerId="LiveId" clId="{3408BA4A-8168-411A-BEEF-C443772C73A3}" dt="2026-03-25T21:39:05.534" v="38" actId="26606"/>
          <ac:spMkLst>
            <pc:docMk/>
            <pc:sldMk cId="4005172348" sldId="271"/>
            <ac:spMk id="13" creationId="{B8144315-1C5A-4185-A952-25D98D303D46}"/>
          </ac:spMkLst>
        </pc:spChg>
        <pc:spChg chg="add del">
          <ac:chgData name="Chanchalpreet Kaur" userId="99efa711e0211b1e" providerId="LiveId" clId="{3408BA4A-8168-411A-BEEF-C443772C73A3}" dt="2026-03-25T21:39:05.534" v="38" actId="26606"/>
          <ac:spMkLst>
            <pc:docMk/>
            <pc:sldMk cId="4005172348" sldId="271"/>
            <ac:spMk id="15" creationId="{4E212B76-74CB-461F-90A3-EF4F2397A883}"/>
          </ac:spMkLst>
        </pc:spChg>
        <pc:spChg chg="add del">
          <ac:chgData name="Chanchalpreet Kaur" userId="99efa711e0211b1e" providerId="LiveId" clId="{3408BA4A-8168-411A-BEEF-C443772C73A3}" dt="2026-03-25T21:39:05.534" v="38" actId="26606"/>
          <ac:spMkLst>
            <pc:docMk/>
            <pc:sldMk cId="4005172348" sldId="271"/>
            <ac:spMk id="17" creationId="{81E746D0-4B37-4869-B2EF-79D5F0FFFBC9}"/>
          </ac:spMkLst>
        </pc:spChg>
        <pc:spChg chg="add del">
          <ac:chgData name="Chanchalpreet Kaur" userId="99efa711e0211b1e" providerId="LiveId" clId="{3408BA4A-8168-411A-BEEF-C443772C73A3}" dt="2026-03-25T21:39:09.818" v="40" actId="26606"/>
          <ac:spMkLst>
            <pc:docMk/>
            <pc:sldMk cId="4005172348" sldId="271"/>
            <ac:spMk id="19" creationId="{2D529E20-662F-4915-ACD7-970C026FDB7F}"/>
          </ac:spMkLst>
        </pc:spChg>
        <pc:spChg chg="add del">
          <ac:chgData name="Chanchalpreet Kaur" userId="99efa711e0211b1e" providerId="LiveId" clId="{3408BA4A-8168-411A-BEEF-C443772C73A3}" dt="2026-03-25T21:39:09.818" v="40" actId="26606"/>
          <ac:spMkLst>
            <pc:docMk/>
            <pc:sldMk cId="4005172348" sldId="271"/>
            <ac:spMk id="23" creationId="{670D6F2B-93AF-47D6-9378-5E54BE0AC69F}"/>
          </ac:spMkLst>
        </pc:spChg>
        <pc:spChg chg="add del">
          <ac:chgData name="Chanchalpreet Kaur" userId="99efa711e0211b1e" providerId="LiveId" clId="{3408BA4A-8168-411A-BEEF-C443772C73A3}" dt="2026-03-25T21:39:09.818" v="40" actId="26606"/>
          <ac:spMkLst>
            <pc:docMk/>
            <pc:sldMk cId="4005172348" sldId="271"/>
            <ac:spMk id="24" creationId="{56981798-4550-46DA-9172-4846E2FB66EC}"/>
          </ac:spMkLst>
        </pc:spChg>
        <pc:spChg chg="add del">
          <ac:chgData name="Chanchalpreet Kaur" userId="99efa711e0211b1e" providerId="LiveId" clId="{3408BA4A-8168-411A-BEEF-C443772C73A3}" dt="2026-03-25T21:39:09.818" v="40" actId="26606"/>
          <ac:spMkLst>
            <pc:docMk/>
            <pc:sldMk cId="4005172348" sldId="271"/>
            <ac:spMk id="25" creationId="{D82EB7D3-3AD8-4ED1-9E1A-2906E14635E3}"/>
          </ac:spMkLst>
        </pc:spChg>
        <pc:spChg chg="add del">
          <ac:chgData name="Chanchalpreet Kaur" userId="99efa711e0211b1e" providerId="LiveId" clId="{3408BA4A-8168-411A-BEEF-C443772C73A3}" dt="2026-03-25T21:40:15.478" v="45" actId="26606"/>
          <ac:spMkLst>
            <pc:docMk/>
            <pc:sldMk cId="4005172348" sldId="271"/>
            <ac:spMk id="28" creationId="{B8144315-1C5A-4185-A952-25D98D303D46}"/>
          </ac:spMkLst>
        </pc:spChg>
        <pc:spChg chg="add del">
          <ac:chgData name="Chanchalpreet Kaur" userId="99efa711e0211b1e" providerId="LiveId" clId="{3408BA4A-8168-411A-BEEF-C443772C73A3}" dt="2026-03-25T21:40:15.478" v="45" actId="26606"/>
          <ac:spMkLst>
            <pc:docMk/>
            <pc:sldMk cId="4005172348" sldId="271"/>
            <ac:spMk id="29" creationId="{11CAC6F2-0806-417B-BF5D-5AEF6195FA49}"/>
          </ac:spMkLst>
        </pc:spChg>
        <pc:spChg chg="add del">
          <ac:chgData name="Chanchalpreet Kaur" userId="99efa711e0211b1e" providerId="LiveId" clId="{3408BA4A-8168-411A-BEEF-C443772C73A3}" dt="2026-03-25T21:40:15.478" v="45" actId="26606"/>
          <ac:spMkLst>
            <pc:docMk/>
            <pc:sldMk cId="4005172348" sldId="271"/>
            <ac:spMk id="30" creationId="{D4723B02-0AAB-4F6E-BA41-8ED99D559D93}"/>
          </ac:spMkLst>
        </pc:spChg>
        <pc:spChg chg="add del">
          <ac:chgData name="Chanchalpreet Kaur" userId="99efa711e0211b1e" providerId="LiveId" clId="{3408BA4A-8168-411A-BEEF-C443772C73A3}" dt="2026-03-25T21:40:15.434" v="44" actId="26606"/>
          <ac:spMkLst>
            <pc:docMk/>
            <pc:sldMk cId="4005172348" sldId="271"/>
            <ac:spMk id="39" creationId="{B8144315-1C5A-4185-A952-25D98D303D46}"/>
          </ac:spMkLst>
        </pc:spChg>
        <pc:spChg chg="add del">
          <ac:chgData name="Chanchalpreet Kaur" userId="99efa711e0211b1e" providerId="LiveId" clId="{3408BA4A-8168-411A-BEEF-C443772C73A3}" dt="2026-03-25T21:58:24.634" v="141"/>
          <ac:spMkLst>
            <pc:docMk/>
            <pc:sldMk cId="4005172348" sldId="271"/>
            <ac:spMk id="49" creationId="{B8144315-1C5A-4185-A952-25D98D303D46}"/>
          </ac:spMkLst>
        </pc:spChg>
        <pc:spChg chg="add del">
          <ac:chgData name="Chanchalpreet Kaur" userId="99efa711e0211b1e" providerId="LiveId" clId="{3408BA4A-8168-411A-BEEF-C443772C73A3}" dt="2026-03-25T21:58:24.634" v="141"/>
          <ac:spMkLst>
            <pc:docMk/>
            <pc:sldMk cId="4005172348" sldId="271"/>
            <ac:spMk id="50" creationId="{11CAC6F2-0806-417B-BF5D-5AEF6195FA49}"/>
          </ac:spMkLst>
        </pc:spChg>
        <pc:spChg chg="add del">
          <ac:chgData name="Chanchalpreet Kaur" userId="99efa711e0211b1e" providerId="LiveId" clId="{3408BA4A-8168-411A-BEEF-C443772C73A3}" dt="2026-03-25T21:58:24.634" v="141"/>
          <ac:spMkLst>
            <pc:docMk/>
            <pc:sldMk cId="4005172348" sldId="271"/>
            <ac:spMk id="51" creationId="{D4723B02-0AAB-4F6E-BA41-8ED99D559D93}"/>
          </ac:spMkLst>
        </pc:spChg>
        <pc:grpChg chg="add del">
          <ac:chgData name="Chanchalpreet Kaur" userId="99efa711e0211b1e" providerId="LiveId" clId="{3408BA4A-8168-411A-BEEF-C443772C73A3}" dt="2026-03-25T21:39:05.534" v="38" actId="26606"/>
          <ac:grpSpMkLst>
            <pc:docMk/>
            <pc:sldMk cId="4005172348" sldId="271"/>
            <ac:grpSpMk id="9" creationId="{4091D54B-59AB-4A5E-8E9E-0421BD66D4FB}"/>
          </ac:grpSpMkLst>
        </pc:grpChg>
        <pc:grpChg chg="add del">
          <ac:chgData name="Chanchalpreet Kaur" userId="99efa711e0211b1e" providerId="LiveId" clId="{3408BA4A-8168-411A-BEEF-C443772C73A3}" dt="2026-03-25T21:39:09.818" v="40" actId="26606"/>
          <ac:grpSpMkLst>
            <pc:docMk/>
            <pc:sldMk cId="4005172348" sldId="271"/>
            <ac:grpSpMk id="20" creationId="{6503EB0F-2257-4A3E-A73B-E1DE769B459F}"/>
          </ac:grpSpMkLst>
        </pc:grpChg>
        <pc:grpChg chg="add del">
          <ac:chgData name="Chanchalpreet Kaur" userId="99efa711e0211b1e" providerId="LiveId" clId="{3408BA4A-8168-411A-BEEF-C443772C73A3}" dt="2026-03-25T21:40:15.478" v="45" actId="26606"/>
          <ac:grpSpMkLst>
            <pc:docMk/>
            <pc:sldMk cId="4005172348" sldId="271"/>
            <ac:grpSpMk id="27" creationId="{4091D54B-59AB-4A5E-8E9E-0421BD66D4FB}"/>
          </ac:grpSpMkLst>
        </pc:grpChg>
        <pc:grpChg chg="add del">
          <ac:chgData name="Chanchalpreet Kaur" userId="99efa711e0211b1e" providerId="LiveId" clId="{3408BA4A-8168-411A-BEEF-C443772C73A3}" dt="2026-03-25T21:40:15.434" v="44" actId="26606"/>
          <ac:grpSpMkLst>
            <pc:docMk/>
            <pc:sldMk cId="4005172348" sldId="271"/>
            <ac:grpSpMk id="35" creationId="{4091D54B-59AB-4A5E-8E9E-0421BD66D4FB}"/>
          </ac:grpSpMkLst>
        </pc:grpChg>
        <pc:grpChg chg="add del">
          <ac:chgData name="Chanchalpreet Kaur" userId="99efa711e0211b1e" providerId="LiveId" clId="{3408BA4A-8168-411A-BEEF-C443772C73A3}" dt="2026-03-25T21:40:15.434" v="44" actId="26606"/>
          <ac:grpSpMkLst>
            <pc:docMk/>
            <pc:sldMk cId="4005172348" sldId="271"/>
            <ac:grpSpMk id="41" creationId="{25A657F0-42F3-40D3-BC75-7DA1F5C6A225}"/>
          </ac:grpSpMkLst>
        </pc:grpChg>
        <pc:grpChg chg="add del">
          <ac:chgData name="Chanchalpreet Kaur" userId="99efa711e0211b1e" providerId="LiveId" clId="{3408BA4A-8168-411A-BEEF-C443772C73A3}" dt="2026-03-25T21:58:24.634" v="141"/>
          <ac:grpSpMkLst>
            <pc:docMk/>
            <pc:sldMk cId="4005172348" sldId="271"/>
            <ac:grpSpMk id="46" creationId="{4091D54B-59AB-4A5E-8E9E-0421BD66D4FB}"/>
          </ac:grpSpMkLst>
        </pc:grpChg>
        <pc:picChg chg="add mod">
          <ac:chgData name="Chanchalpreet Kaur" userId="99efa711e0211b1e" providerId="LiveId" clId="{3408BA4A-8168-411A-BEEF-C443772C73A3}" dt="2026-03-25T21:40:37.645" v="52" actId="1076"/>
          <ac:picMkLst>
            <pc:docMk/>
            <pc:sldMk cId="4005172348" sldId="271"/>
            <ac:picMk id="4" creationId="{E8533CC6-F043-8F24-6FDD-54B7D53E7DBC}"/>
          </ac:picMkLst>
        </pc:picChg>
      </pc:sldChg>
    </pc:docChg>
  </pc:docChgLst>
</pc:chgInfo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image" Target="../media/image5.svg"/><Relationship Id="rId4" Type="http://schemas.openxmlformats.org/officeDocument/2006/relationships/image" Target="../media/image8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svg"/><Relationship Id="rId1" Type="http://schemas.openxmlformats.org/officeDocument/2006/relationships/image" Target="../media/image9.svg"/><Relationship Id="rId4" Type="http://schemas.openxmlformats.org/officeDocument/2006/relationships/image" Target="../media/image12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svg"/><Relationship Id="rId1" Type="http://schemas.openxmlformats.org/officeDocument/2006/relationships/image" Target="../media/image13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svg"/><Relationship Id="rId1" Type="http://schemas.openxmlformats.org/officeDocument/2006/relationships/image" Target="../media/image21.svg"/><Relationship Id="rId4" Type="http://schemas.openxmlformats.org/officeDocument/2006/relationships/image" Target="../media/image24.svg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svg"/><Relationship Id="rId1" Type="http://schemas.openxmlformats.org/officeDocument/2006/relationships/image" Target="../media/image26.svg"/><Relationship Id="rId4" Type="http://schemas.openxmlformats.org/officeDocument/2006/relationships/image" Target="../media/image29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image" Target="../media/image5.svg"/><Relationship Id="rId4" Type="http://schemas.openxmlformats.org/officeDocument/2006/relationships/image" Target="../media/image8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svg"/><Relationship Id="rId1" Type="http://schemas.openxmlformats.org/officeDocument/2006/relationships/image" Target="../media/image9.svg"/><Relationship Id="rId4" Type="http://schemas.openxmlformats.org/officeDocument/2006/relationships/image" Target="../media/image12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svg"/><Relationship Id="rId1" Type="http://schemas.openxmlformats.org/officeDocument/2006/relationships/image" Target="../media/image13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svg"/><Relationship Id="rId1" Type="http://schemas.openxmlformats.org/officeDocument/2006/relationships/image" Target="../media/image21.svg"/><Relationship Id="rId4" Type="http://schemas.openxmlformats.org/officeDocument/2006/relationships/image" Target="../media/image24.sv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svg"/><Relationship Id="rId1" Type="http://schemas.openxmlformats.org/officeDocument/2006/relationships/image" Target="../media/image26.svg"/><Relationship Id="rId4" Type="http://schemas.openxmlformats.org/officeDocument/2006/relationships/image" Target="../media/image2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CB993F8-10F9-4904-859A-CBDFE1389AE4}" type="doc">
      <dgm:prSet loTypeId="urn:microsoft.com/office/officeart/2005/8/layout/hierarchy1" loCatId="hierarchy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A148E672-62F4-4B1E-AB06-18139C120BAD}">
      <dgm:prSet/>
      <dgm:spPr/>
      <dgm:t>
        <a:bodyPr/>
        <a:lstStyle/>
        <a:p>
          <a:r>
            <a:rPr lang="en-US" b="0" i="0"/>
            <a:t>Console-based system for managing pet adoption</a:t>
          </a:r>
          <a:endParaRPr lang="en-US"/>
        </a:p>
      </dgm:t>
    </dgm:pt>
    <dgm:pt modelId="{4ADFF1C3-7258-4392-BE41-6AD58B3596E5}" type="parTrans" cxnId="{4E1B7573-F9EE-44A2-B4AD-4A23DB25C7C8}">
      <dgm:prSet/>
      <dgm:spPr/>
      <dgm:t>
        <a:bodyPr/>
        <a:lstStyle/>
        <a:p>
          <a:endParaRPr lang="en-US"/>
        </a:p>
      </dgm:t>
    </dgm:pt>
    <dgm:pt modelId="{52BF3D46-8A79-4144-AE12-F2D9E05842CB}" type="sibTrans" cxnId="{4E1B7573-F9EE-44A2-B4AD-4A23DB25C7C8}">
      <dgm:prSet/>
      <dgm:spPr/>
      <dgm:t>
        <a:bodyPr/>
        <a:lstStyle/>
        <a:p>
          <a:endParaRPr lang="en-US"/>
        </a:p>
      </dgm:t>
    </dgm:pt>
    <dgm:pt modelId="{3AC56AE3-FFE3-4181-9B8F-2E4713218627}">
      <dgm:prSet/>
      <dgm:spPr/>
      <dgm:t>
        <a:bodyPr/>
        <a:lstStyle/>
        <a:p>
          <a:r>
            <a:rPr lang="en-US" b="0" i="0"/>
            <a:t>Integrates Java application with SQLite database</a:t>
          </a:r>
          <a:endParaRPr lang="en-US"/>
        </a:p>
      </dgm:t>
    </dgm:pt>
    <dgm:pt modelId="{4EB48C0A-8B11-441B-AEB6-EC6AA879A6BD}" type="parTrans" cxnId="{B58FCC5C-C7DE-4AEE-96A9-0D5223A4DA68}">
      <dgm:prSet/>
      <dgm:spPr/>
      <dgm:t>
        <a:bodyPr/>
        <a:lstStyle/>
        <a:p>
          <a:endParaRPr lang="en-US"/>
        </a:p>
      </dgm:t>
    </dgm:pt>
    <dgm:pt modelId="{AD2CAC15-F1FA-44A9-B5B5-03E568EC7BD2}" type="sibTrans" cxnId="{B58FCC5C-C7DE-4AEE-96A9-0D5223A4DA68}">
      <dgm:prSet/>
      <dgm:spPr/>
      <dgm:t>
        <a:bodyPr/>
        <a:lstStyle/>
        <a:p>
          <a:endParaRPr lang="en-US"/>
        </a:p>
      </dgm:t>
    </dgm:pt>
    <dgm:pt modelId="{A9997A49-4AB7-4AF8-A118-FB7DF02BD327}">
      <dgm:prSet/>
      <dgm:spPr/>
      <dgm:t>
        <a:bodyPr/>
        <a:lstStyle/>
        <a:p>
          <a:r>
            <a:rPr lang="en-US" b="0" i="0"/>
            <a:t>Demonstrates real-world database usage</a:t>
          </a:r>
          <a:endParaRPr lang="en-US"/>
        </a:p>
      </dgm:t>
    </dgm:pt>
    <dgm:pt modelId="{BD96EDCB-A388-4061-BCEF-374CD69A4FD8}" type="parTrans" cxnId="{CE95B375-F799-42A3-8DF7-4B6F1B56B7E6}">
      <dgm:prSet/>
      <dgm:spPr/>
      <dgm:t>
        <a:bodyPr/>
        <a:lstStyle/>
        <a:p>
          <a:endParaRPr lang="en-US"/>
        </a:p>
      </dgm:t>
    </dgm:pt>
    <dgm:pt modelId="{28DD3FA3-D00F-4B68-B034-7691BE456035}" type="sibTrans" cxnId="{CE95B375-F799-42A3-8DF7-4B6F1B56B7E6}">
      <dgm:prSet/>
      <dgm:spPr/>
      <dgm:t>
        <a:bodyPr/>
        <a:lstStyle/>
        <a:p>
          <a:endParaRPr lang="en-US"/>
        </a:p>
      </dgm:t>
    </dgm:pt>
    <dgm:pt modelId="{DADE9572-BA66-4E78-8676-1BDE0A731EAC}" type="pres">
      <dgm:prSet presAssocID="{9CB993F8-10F9-4904-859A-CBDFE1389AE4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AC0CC207-4613-4C05-8B65-4374B659FC21}" type="pres">
      <dgm:prSet presAssocID="{A148E672-62F4-4B1E-AB06-18139C120BAD}" presName="hierRoot1" presStyleCnt="0"/>
      <dgm:spPr/>
    </dgm:pt>
    <dgm:pt modelId="{D6FC2966-D66E-41B9-8DF0-F942B7DEF4D3}" type="pres">
      <dgm:prSet presAssocID="{A148E672-62F4-4B1E-AB06-18139C120BAD}" presName="composite" presStyleCnt="0"/>
      <dgm:spPr/>
    </dgm:pt>
    <dgm:pt modelId="{8AB6C738-1C19-4025-83CB-825E8D0A16BF}" type="pres">
      <dgm:prSet presAssocID="{A148E672-62F4-4B1E-AB06-18139C120BAD}" presName="background" presStyleLbl="node0" presStyleIdx="0" presStyleCnt="3"/>
      <dgm:spPr/>
    </dgm:pt>
    <dgm:pt modelId="{817D737F-AAFA-4FE2-97B5-33ACC860C407}" type="pres">
      <dgm:prSet presAssocID="{A148E672-62F4-4B1E-AB06-18139C120BAD}" presName="text" presStyleLbl="fgAcc0" presStyleIdx="0" presStyleCnt="3">
        <dgm:presLayoutVars>
          <dgm:chPref val="3"/>
        </dgm:presLayoutVars>
      </dgm:prSet>
      <dgm:spPr/>
    </dgm:pt>
    <dgm:pt modelId="{DE05E0F8-96EC-4B60-A4D5-1575E6A6F97C}" type="pres">
      <dgm:prSet presAssocID="{A148E672-62F4-4B1E-AB06-18139C120BAD}" presName="hierChild2" presStyleCnt="0"/>
      <dgm:spPr/>
    </dgm:pt>
    <dgm:pt modelId="{65E57F73-ADCD-440E-BFEA-E6442EC5645D}" type="pres">
      <dgm:prSet presAssocID="{3AC56AE3-FFE3-4181-9B8F-2E4713218627}" presName="hierRoot1" presStyleCnt="0"/>
      <dgm:spPr/>
    </dgm:pt>
    <dgm:pt modelId="{35D4F578-C81A-4C88-B618-C9C61C176B61}" type="pres">
      <dgm:prSet presAssocID="{3AC56AE3-FFE3-4181-9B8F-2E4713218627}" presName="composite" presStyleCnt="0"/>
      <dgm:spPr/>
    </dgm:pt>
    <dgm:pt modelId="{72FB1099-C4FF-4442-96EB-E59380DDDE97}" type="pres">
      <dgm:prSet presAssocID="{3AC56AE3-FFE3-4181-9B8F-2E4713218627}" presName="background" presStyleLbl="node0" presStyleIdx="1" presStyleCnt="3"/>
      <dgm:spPr/>
    </dgm:pt>
    <dgm:pt modelId="{3B9C2EF2-3EB7-4454-8F71-5F6B9F7676CE}" type="pres">
      <dgm:prSet presAssocID="{3AC56AE3-FFE3-4181-9B8F-2E4713218627}" presName="text" presStyleLbl="fgAcc0" presStyleIdx="1" presStyleCnt="3">
        <dgm:presLayoutVars>
          <dgm:chPref val="3"/>
        </dgm:presLayoutVars>
      </dgm:prSet>
      <dgm:spPr/>
    </dgm:pt>
    <dgm:pt modelId="{DDBF51A4-07BA-4211-8C63-10650AE1FD0F}" type="pres">
      <dgm:prSet presAssocID="{3AC56AE3-FFE3-4181-9B8F-2E4713218627}" presName="hierChild2" presStyleCnt="0"/>
      <dgm:spPr/>
    </dgm:pt>
    <dgm:pt modelId="{82F3A653-C375-4760-A7D7-EDEA45208C65}" type="pres">
      <dgm:prSet presAssocID="{A9997A49-4AB7-4AF8-A118-FB7DF02BD327}" presName="hierRoot1" presStyleCnt="0"/>
      <dgm:spPr/>
    </dgm:pt>
    <dgm:pt modelId="{73B70875-EC24-4173-A32D-A59B61CA482C}" type="pres">
      <dgm:prSet presAssocID="{A9997A49-4AB7-4AF8-A118-FB7DF02BD327}" presName="composite" presStyleCnt="0"/>
      <dgm:spPr/>
    </dgm:pt>
    <dgm:pt modelId="{1A1C3EE9-BC2E-4AD9-8389-9C4292C48C84}" type="pres">
      <dgm:prSet presAssocID="{A9997A49-4AB7-4AF8-A118-FB7DF02BD327}" presName="background" presStyleLbl="node0" presStyleIdx="2" presStyleCnt="3"/>
      <dgm:spPr/>
    </dgm:pt>
    <dgm:pt modelId="{E847FA1F-8405-4A0C-B503-4997A0817655}" type="pres">
      <dgm:prSet presAssocID="{A9997A49-4AB7-4AF8-A118-FB7DF02BD327}" presName="text" presStyleLbl="fgAcc0" presStyleIdx="2" presStyleCnt="3">
        <dgm:presLayoutVars>
          <dgm:chPref val="3"/>
        </dgm:presLayoutVars>
      </dgm:prSet>
      <dgm:spPr/>
    </dgm:pt>
    <dgm:pt modelId="{FBE50793-B885-4416-91E2-52E9A7D09E50}" type="pres">
      <dgm:prSet presAssocID="{A9997A49-4AB7-4AF8-A118-FB7DF02BD327}" presName="hierChild2" presStyleCnt="0"/>
      <dgm:spPr/>
    </dgm:pt>
  </dgm:ptLst>
  <dgm:cxnLst>
    <dgm:cxn modelId="{C9763D26-2144-46DF-8974-EE6D532BD763}" type="presOf" srcId="{9CB993F8-10F9-4904-859A-CBDFE1389AE4}" destId="{DADE9572-BA66-4E78-8676-1BDE0A731EAC}" srcOrd="0" destOrd="0" presId="urn:microsoft.com/office/officeart/2005/8/layout/hierarchy1"/>
    <dgm:cxn modelId="{1D282037-B534-461B-9AF7-050213455EF9}" type="presOf" srcId="{A9997A49-4AB7-4AF8-A118-FB7DF02BD327}" destId="{E847FA1F-8405-4A0C-B503-4997A0817655}" srcOrd="0" destOrd="0" presId="urn:microsoft.com/office/officeart/2005/8/layout/hierarchy1"/>
    <dgm:cxn modelId="{B58FCC5C-C7DE-4AEE-96A9-0D5223A4DA68}" srcId="{9CB993F8-10F9-4904-859A-CBDFE1389AE4}" destId="{3AC56AE3-FFE3-4181-9B8F-2E4713218627}" srcOrd="1" destOrd="0" parTransId="{4EB48C0A-8B11-441B-AEB6-EC6AA879A6BD}" sibTransId="{AD2CAC15-F1FA-44A9-B5B5-03E568EC7BD2}"/>
    <dgm:cxn modelId="{4E1B7573-F9EE-44A2-B4AD-4A23DB25C7C8}" srcId="{9CB993F8-10F9-4904-859A-CBDFE1389AE4}" destId="{A148E672-62F4-4B1E-AB06-18139C120BAD}" srcOrd="0" destOrd="0" parTransId="{4ADFF1C3-7258-4392-BE41-6AD58B3596E5}" sibTransId="{52BF3D46-8A79-4144-AE12-F2D9E05842CB}"/>
    <dgm:cxn modelId="{CE95B375-F799-42A3-8DF7-4B6F1B56B7E6}" srcId="{9CB993F8-10F9-4904-859A-CBDFE1389AE4}" destId="{A9997A49-4AB7-4AF8-A118-FB7DF02BD327}" srcOrd="2" destOrd="0" parTransId="{BD96EDCB-A388-4061-BCEF-374CD69A4FD8}" sibTransId="{28DD3FA3-D00F-4B68-B034-7691BE456035}"/>
    <dgm:cxn modelId="{07DF82B0-00E7-4D66-85B6-461FA33444AD}" type="presOf" srcId="{3AC56AE3-FFE3-4181-9B8F-2E4713218627}" destId="{3B9C2EF2-3EB7-4454-8F71-5F6B9F7676CE}" srcOrd="0" destOrd="0" presId="urn:microsoft.com/office/officeart/2005/8/layout/hierarchy1"/>
    <dgm:cxn modelId="{C3323CF7-D08A-4920-908B-744E6A22DBE4}" type="presOf" srcId="{A148E672-62F4-4B1E-AB06-18139C120BAD}" destId="{817D737F-AAFA-4FE2-97B5-33ACC860C407}" srcOrd="0" destOrd="0" presId="urn:microsoft.com/office/officeart/2005/8/layout/hierarchy1"/>
    <dgm:cxn modelId="{27567B0B-1DBA-4726-923C-C81E494974D3}" type="presParOf" srcId="{DADE9572-BA66-4E78-8676-1BDE0A731EAC}" destId="{AC0CC207-4613-4C05-8B65-4374B659FC21}" srcOrd="0" destOrd="0" presId="urn:microsoft.com/office/officeart/2005/8/layout/hierarchy1"/>
    <dgm:cxn modelId="{1B2EB2E6-A329-4E37-9917-3C456DFFF793}" type="presParOf" srcId="{AC0CC207-4613-4C05-8B65-4374B659FC21}" destId="{D6FC2966-D66E-41B9-8DF0-F942B7DEF4D3}" srcOrd="0" destOrd="0" presId="urn:microsoft.com/office/officeart/2005/8/layout/hierarchy1"/>
    <dgm:cxn modelId="{E7023A0E-E80F-430F-A4D3-ADF955083A90}" type="presParOf" srcId="{D6FC2966-D66E-41B9-8DF0-F942B7DEF4D3}" destId="{8AB6C738-1C19-4025-83CB-825E8D0A16BF}" srcOrd="0" destOrd="0" presId="urn:microsoft.com/office/officeart/2005/8/layout/hierarchy1"/>
    <dgm:cxn modelId="{041BE199-5760-4E87-91AF-7EFC13F7A136}" type="presParOf" srcId="{D6FC2966-D66E-41B9-8DF0-F942B7DEF4D3}" destId="{817D737F-AAFA-4FE2-97B5-33ACC860C407}" srcOrd="1" destOrd="0" presId="urn:microsoft.com/office/officeart/2005/8/layout/hierarchy1"/>
    <dgm:cxn modelId="{A6ABF84B-3A22-46B3-AB9C-8F2AB3533939}" type="presParOf" srcId="{AC0CC207-4613-4C05-8B65-4374B659FC21}" destId="{DE05E0F8-96EC-4B60-A4D5-1575E6A6F97C}" srcOrd="1" destOrd="0" presId="urn:microsoft.com/office/officeart/2005/8/layout/hierarchy1"/>
    <dgm:cxn modelId="{729E3519-7872-4EB3-9164-23DD06071F1D}" type="presParOf" srcId="{DADE9572-BA66-4E78-8676-1BDE0A731EAC}" destId="{65E57F73-ADCD-440E-BFEA-E6442EC5645D}" srcOrd="1" destOrd="0" presId="urn:microsoft.com/office/officeart/2005/8/layout/hierarchy1"/>
    <dgm:cxn modelId="{FDB0CB66-2086-4B6D-A453-31A06B6A010B}" type="presParOf" srcId="{65E57F73-ADCD-440E-BFEA-E6442EC5645D}" destId="{35D4F578-C81A-4C88-B618-C9C61C176B61}" srcOrd="0" destOrd="0" presId="urn:microsoft.com/office/officeart/2005/8/layout/hierarchy1"/>
    <dgm:cxn modelId="{C1F4F530-E539-46AE-B55D-8B36EE8A4134}" type="presParOf" srcId="{35D4F578-C81A-4C88-B618-C9C61C176B61}" destId="{72FB1099-C4FF-4442-96EB-E59380DDDE97}" srcOrd="0" destOrd="0" presId="urn:microsoft.com/office/officeart/2005/8/layout/hierarchy1"/>
    <dgm:cxn modelId="{A3B4A979-86FF-4962-B08B-923E2BBFC0AC}" type="presParOf" srcId="{35D4F578-C81A-4C88-B618-C9C61C176B61}" destId="{3B9C2EF2-3EB7-4454-8F71-5F6B9F7676CE}" srcOrd="1" destOrd="0" presId="urn:microsoft.com/office/officeart/2005/8/layout/hierarchy1"/>
    <dgm:cxn modelId="{EFE39FD6-E23C-48C1-9888-457F5CC34C5A}" type="presParOf" srcId="{65E57F73-ADCD-440E-BFEA-E6442EC5645D}" destId="{DDBF51A4-07BA-4211-8C63-10650AE1FD0F}" srcOrd="1" destOrd="0" presId="urn:microsoft.com/office/officeart/2005/8/layout/hierarchy1"/>
    <dgm:cxn modelId="{CDC7BF81-0D71-4CB9-B144-79AF3585DA26}" type="presParOf" srcId="{DADE9572-BA66-4E78-8676-1BDE0A731EAC}" destId="{82F3A653-C375-4760-A7D7-EDEA45208C65}" srcOrd="2" destOrd="0" presId="urn:microsoft.com/office/officeart/2005/8/layout/hierarchy1"/>
    <dgm:cxn modelId="{EEA6473E-5A1F-4C68-AF41-C26FD1C3ACF3}" type="presParOf" srcId="{82F3A653-C375-4760-A7D7-EDEA45208C65}" destId="{73B70875-EC24-4173-A32D-A59B61CA482C}" srcOrd="0" destOrd="0" presId="urn:microsoft.com/office/officeart/2005/8/layout/hierarchy1"/>
    <dgm:cxn modelId="{CA0BF525-34E4-4DB5-A42E-1675C835E0FA}" type="presParOf" srcId="{73B70875-EC24-4173-A32D-A59B61CA482C}" destId="{1A1C3EE9-BC2E-4AD9-8389-9C4292C48C84}" srcOrd="0" destOrd="0" presId="urn:microsoft.com/office/officeart/2005/8/layout/hierarchy1"/>
    <dgm:cxn modelId="{107170AF-9763-4F51-BFBF-BF6F9083E279}" type="presParOf" srcId="{73B70875-EC24-4173-A32D-A59B61CA482C}" destId="{E847FA1F-8405-4A0C-B503-4997A0817655}" srcOrd="1" destOrd="0" presId="urn:microsoft.com/office/officeart/2005/8/layout/hierarchy1"/>
    <dgm:cxn modelId="{2C1C9EE7-58D6-4E00-AF4B-31D0D00813E8}" type="presParOf" srcId="{82F3A653-C375-4760-A7D7-EDEA45208C65}" destId="{FBE50793-B885-4416-91E2-52E9A7D09E50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60AC8F6-3179-4A5B-8D46-5761DF31A0FB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33747CA1-AB89-4C6A-8CD8-C2179B45B5A8}">
      <dgm:prSet/>
      <dgm:spPr/>
      <dgm:t>
        <a:bodyPr/>
        <a:lstStyle/>
        <a:p>
          <a:pPr>
            <a:defRPr cap="all"/>
          </a:pPr>
          <a:r>
            <a:rPr lang="en-US" b="0" i="0"/>
            <a:t>Manual tracking is inefficient and error-prone</a:t>
          </a:r>
          <a:endParaRPr lang="en-US"/>
        </a:p>
      </dgm:t>
    </dgm:pt>
    <dgm:pt modelId="{8F4CF064-5FAD-4AF9-93BD-8020E8DAF9D9}" type="parTrans" cxnId="{0962BDCC-C8EA-4E27-A33C-7E224670AB6E}">
      <dgm:prSet/>
      <dgm:spPr/>
      <dgm:t>
        <a:bodyPr/>
        <a:lstStyle/>
        <a:p>
          <a:endParaRPr lang="en-US"/>
        </a:p>
      </dgm:t>
    </dgm:pt>
    <dgm:pt modelId="{EFA2D40C-0C5A-4587-8137-FAF89D2C46E0}" type="sibTrans" cxnId="{0962BDCC-C8EA-4E27-A33C-7E224670AB6E}">
      <dgm:prSet/>
      <dgm:spPr/>
      <dgm:t>
        <a:bodyPr/>
        <a:lstStyle/>
        <a:p>
          <a:endParaRPr lang="en-US"/>
        </a:p>
      </dgm:t>
    </dgm:pt>
    <dgm:pt modelId="{4A18E93E-DFE2-44C1-8475-A2EDCB68F3AE}">
      <dgm:prSet/>
      <dgm:spPr/>
      <dgm:t>
        <a:bodyPr/>
        <a:lstStyle/>
        <a:p>
          <a:pPr>
            <a:defRPr cap="all"/>
          </a:pPr>
          <a:r>
            <a:rPr lang="en-US" b="0" i="0"/>
            <a:t>Difficult to manage multiple records</a:t>
          </a:r>
          <a:endParaRPr lang="en-US"/>
        </a:p>
      </dgm:t>
    </dgm:pt>
    <dgm:pt modelId="{967211A5-F7BE-406E-86B1-D6CE1A70EB68}" type="parTrans" cxnId="{3A64553A-C6D9-4C2E-8D95-9F42280D0E2E}">
      <dgm:prSet/>
      <dgm:spPr/>
      <dgm:t>
        <a:bodyPr/>
        <a:lstStyle/>
        <a:p>
          <a:endParaRPr lang="en-US"/>
        </a:p>
      </dgm:t>
    </dgm:pt>
    <dgm:pt modelId="{40AF6A8C-9018-47D3-A162-B552803E5922}" type="sibTrans" cxnId="{3A64553A-C6D9-4C2E-8D95-9F42280D0E2E}">
      <dgm:prSet/>
      <dgm:spPr/>
      <dgm:t>
        <a:bodyPr/>
        <a:lstStyle/>
        <a:p>
          <a:endParaRPr lang="en-US"/>
        </a:p>
      </dgm:t>
    </dgm:pt>
    <dgm:pt modelId="{7E08B0CD-E853-4F47-85EE-9798E41C59C9}">
      <dgm:prSet/>
      <dgm:spPr/>
      <dgm:t>
        <a:bodyPr/>
        <a:lstStyle/>
        <a:p>
          <a:pPr>
            <a:defRPr cap="all"/>
          </a:pPr>
          <a:r>
            <a:rPr lang="en-US" b="0" i="0"/>
            <a:t>Need for structured database system</a:t>
          </a:r>
          <a:endParaRPr lang="en-US"/>
        </a:p>
      </dgm:t>
    </dgm:pt>
    <dgm:pt modelId="{E291BAC5-E043-496C-99F5-A68DF9A5D26C}" type="parTrans" cxnId="{43F660F6-6F9A-48DE-8FBA-50C9C1612425}">
      <dgm:prSet/>
      <dgm:spPr/>
      <dgm:t>
        <a:bodyPr/>
        <a:lstStyle/>
        <a:p>
          <a:endParaRPr lang="en-US"/>
        </a:p>
      </dgm:t>
    </dgm:pt>
    <dgm:pt modelId="{F4A4A6CD-DF89-4EBF-A42B-A00401CA9C80}" type="sibTrans" cxnId="{43F660F6-6F9A-48DE-8FBA-50C9C1612425}">
      <dgm:prSet/>
      <dgm:spPr/>
      <dgm:t>
        <a:bodyPr/>
        <a:lstStyle/>
        <a:p>
          <a:endParaRPr lang="en-US"/>
        </a:p>
      </dgm:t>
    </dgm:pt>
    <dgm:pt modelId="{524DF993-B8AE-4B1C-A7DF-C814B55AFFC2}" type="pres">
      <dgm:prSet presAssocID="{460AC8F6-3179-4A5B-8D46-5761DF31A0FB}" presName="root" presStyleCnt="0">
        <dgm:presLayoutVars>
          <dgm:dir/>
          <dgm:resizeHandles val="exact"/>
        </dgm:presLayoutVars>
      </dgm:prSet>
      <dgm:spPr/>
    </dgm:pt>
    <dgm:pt modelId="{7D65530C-DD10-47D1-91CF-A63EEE951EE4}" type="pres">
      <dgm:prSet presAssocID="{33747CA1-AB89-4C6A-8CD8-C2179B45B5A8}" presName="compNode" presStyleCnt="0"/>
      <dgm:spPr/>
    </dgm:pt>
    <dgm:pt modelId="{0790BD06-0E7B-4F78-8481-DA3A8B5B5BAA}" type="pres">
      <dgm:prSet presAssocID="{33747CA1-AB89-4C6A-8CD8-C2179B45B5A8}" presName="iconBgRect" presStyleLbl="bgShp" presStyleIdx="0" presStyleCnt="3"/>
      <dgm:spPr/>
    </dgm:pt>
    <dgm:pt modelId="{5F8A29F0-D490-4A2B-B2F8-96AD063C3CC5}" type="pres">
      <dgm:prSet presAssocID="{33747CA1-AB89-4C6A-8CD8-C2179B45B5A8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67434230-7F0F-44D6-8120-BC8133D13274}" type="pres">
      <dgm:prSet presAssocID="{33747CA1-AB89-4C6A-8CD8-C2179B45B5A8}" presName="spaceRect" presStyleCnt="0"/>
      <dgm:spPr/>
    </dgm:pt>
    <dgm:pt modelId="{5601A7D7-843F-412C-9F5D-859383040982}" type="pres">
      <dgm:prSet presAssocID="{33747CA1-AB89-4C6A-8CD8-C2179B45B5A8}" presName="textRect" presStyleLbl="revTx" presStyleIdx="0" presStyleCnt="3">
        <dgm:presLayoutVars>
          <dgm:chMax val="1"/>
          <dgm:chPref val="1"/>
        </dgm:presLayoutVars>
      </dgm:prSet>
      <dgm:spPr/>
    </dgm:pt>
    <dgm:pt modelId="{515A7832-EF68-4679-AEED-6CF3B80BAFDC}" type="pres">
      <dgm:prSet presAssocID="{EFA2D40C-0C5A-4587-8137-FAF89D2C46E0}" presName="sibTrans" presStyleCnt="0"/>
      <dgm:spPr/>
    </dgm:pt>
    <dgm:pt modelId="{17BD8702-D1EE-401C-AF7E-9D36B40C8244}" type="pres">
      <dgm:prSet presAssocID="{4A18E93E-DFE2-44C1-8475-A2EDCB68F3AE}" presName="compNode" presStyleCnt="0"/>
      <dgm:spPr/>
    </dgm:pt>
    <dgm:pt modelId="{8961C489-CAEB-4EC8-8B39-7140008508DC}" type="pres">
      <dgm:prSet presAssocID="{4A18E93E-DFE2-44C1-8475-A2EDCB68F3AE}" presName="iconBgRect" presStyleLbl="bgShp" presStyleIdx="1" presStyleCnt="3"/>
      <dgm:spPr/>
    </dgm:pt>
    <dgm:pt modelId="{7885E69F-FA80-47A1-8F8B-4D10AAC8E551}" type="pres">
      <dgm:prSet presAssocID="{4A18E93E-DFE2-44C1-8475-A2EDCB68F3AE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F43264CC-03FC-47D7-8B41-327AE4B18529}" type="pres">
      <dgm:prSet presAssocID="{4A18E93E-DFE2-44C1-8475-A2EDCB68F3AE}" presName="spaceRect" presStyleCnt="0"/>
      <dgm:spPr/>
    </dgm:pt>
    <dgm:pt modelId="{A7AF872E-76D0-4743-819C-8F0C1E5213CE}" type="pres">
      <dgm:prSet presAssocID="{4A18E93E-DFE2-44C1-8475-A2EDCB68F3AE}" presName="textRect" presStyleLbl="revTx" presStyleIdx="1" presStyleCnt="3">
        <dgm:presLayoutVars>
          <dgm:chMax val="1"/>
          <dgm:chPref val="1"/>
        </dgm:presLayoutVars>
      </dgm:prSet>
      <dgm:spPr/>
    </dgm:pt>
    <dgm:pt modelId="{C99560DF-6BC7-4DF2-A289-1434E89CE7B2}" type="pres">
      <dgm:prSet presAssocID="{40AF6A8C-9018-47D3-A162-B552803E5922}" presName="sibTrans" presStyleCnt="0"/>
      <dgm:spPr/>
    </dgm:pt>
    <dgm:pt modelId="{3957ED01-CDDE-450B-8E96-58E5991E6C7A}" type="pres">
      <dgm:prSet presAssocID="{7E08B0CD-E853-4F47-85EE-9798E41C59C9}" presName="compNode" presStyleCnt="0"/>
      <dgm:spPr/>
    </dgm:pt>
    <dgm:pt modelId="{D5085CCF-3D7C-4C33-8DFE-CCE4BC3F45D2}" type="pres">
      <dgm:prSet presAssocID="{7E08B0CD-E853-4F47-85EE-9798E41C59C9}" presName="iconBgRect" presStyleLbl="bgShp" presStyleIdx="2" presStyleCnt="3"/>
      <dgm:spPr/>
    </dgm:pt>
    <dgm:pt modelId="{68429E1D-F146-4904-A910-CE15D905A171}" type="pres">
      <dgm:prSet presAssocID="{7E08B0CD-E853-4F47-85EE-9798E41C59C9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0A88ECF3-E1AB-4593-A145-D0EAE6D26235}" type="pres">
      <dgm:prSet presAssocID="{7E08B0CD-E853-4F47-85EE-9798E41C59C9}" presName="spaceRect" presStyleCnt="0"/>
      <dgm:spPr/>
    </dgm:pt>
    <dgm:pt modelId="{B7FA93A7-C17B-4A01-B28C-FCA52EA2BBF4}" type="pres">
      <dgm:prSet presAssocID="{7E08B0CD-E853-4F47-85EE-9798E41C59C9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DEEB7B13-1297-4CF8-8EF8-990BCB274A51}" type="presOf" srcId="{7E08B0CD-E853-4F47-85EE-9798E41C59C9}" destId="{B7FA93A7-C17B-4A01-B28C-FCA52EA2BBF4}" srcOrd="0" destOrd="0" presId="urn:microsoft.com/office/officeart/2018/5/layout/IconCircleLabelList"/>
    <dgm:cxn modelId="{2952DB25-09A4-43AE-8124-E74539FBA75C}" type="presOf" srcId="{460AC8F6-3179-4A5B-8D46-5761DF31A0FB}" destId="{524DF993-B8AE-4B1C-A7DF-C814B55AFFC2}" srcOrd="0" destOrd="0" presId="urn:microsoft.com/office/officeart/2018/5/layout/IconCircleLabelList"/>
    <dgm:cxn modelId="{3A64553A-C6D9-4C2E-8D95-9F42280D0E2E}" srcId="{460AC8F6-3179-4A5B-8D46-5761DF31A0FB}" destId="{4A18E93E-DFE2-44C1-8475-A2EDCB68F3AE}" srcOrd="1" destOrd="0" parTransId="{967211A5-F7BE-406E-86B1-D6CE1A70EB68}" sibTransId="{40AF6A8C-9018-47D3-A162-B552803E5922}"/>
    <dgm:cxn modelId="{7EF4A481-F3D3-4DF3-8BF5-AE2C833A8DA0}" type="presOf" srcId="{4A18E93E-DFE2-44C1-8475-A2EDCB68F3AE}" destId="{A7AF872E-76D0-4743-819C-8F0C1E5213CE}" srcOrd="0" destOrd="0" presId="urn:microsoft.com/office/officeart/2018/5/layout/IconCircleLabelList"/>
    <dgm:cxn modelId="{645517A6-49A0-4135-85EE-48DF2A1A1741}" type="presOf" srcId="{33747CA1-AB89-4C6A-8CD8-C2179B45B5A8}" destId="{5601A7D7-843F-412C-9F5D-859383040982}" srcOrd="0" destOrd="0" presId="urn:microsoft.com/office/officeart/2018/5/layout/IconCircleLabelList"/>
    <dgm:cxn modelId="{0962BDCC-C8EA-4E27-A33C-7E224670AB6E}" srcId="{460AC8F6-3179-4A5B-8D46-5761DF31A0FB}" destId="{33747CA1-AB89-4C6A-8CD8-C2179B45B5A8}" srcOrd="0" destOrd="0" parTransId="{8F4CF064-5FAD-4AF9-93BD-8020E8DAF9D9}" sibTransId="{EFA2D40C-0C5A-4587-8137-FAF89D2C46E0}"/>
    <dgm:cxn modelId="{43F660F6-6F9A-48DE-8FBA-50C9C1612425}" srcId="{460AC8F6-3179-4A5B-8D46-5761DF31A0FB}" destId="{7E08B0CD-E853-4F47-85EE-9798E41C59C9}" srcOrd="2" destOrd="0" parTransId="{E291BAC5-E043-496C-99F5-A68DF9A5D26C}" sibTransId="{F4A4A6CD-DF89-4EBF-A42B-A00401CA9C80}"/>
    <dgm:cxn modelId="{71185D24-6440-4156-B49B-D64750DE2C09}" type="presParOf" srcId="{524DF993-B8AE-4B1C-A7DF-C814B55AFFC2}" destId="{7D65530C-DD10-47D1-91CF-A63EEE951EE4}" srcOrd="0" destOrd="0" presId="urn:microsoft.com/office/officeart/2018/5/layout/IconCircleLabelList"/>
    <dgm:cxn modelId="{CCF137CB-B1D7-4CA2-AD90-7EDEB4088E8A}" type="presParOf" srcId="{7D65530C-DD10-47D1-91CF-A63EEE951EE4}" destId="{0790BD06-0E7B-4F78-8481-DA3A8B5B5BAA}" srcOrd="0" destOrd="0" presId="urn:microsoft.com/office/officeart/2018/5/layout/IconCircleLabelList"/>
    <dgm:cxn modelId="{CB388556-66D7-45C4-8A17-3D0FD6A9EC99}" type="presParOf" srcId="{7D65530C-DD10-47D1-91CF-A63EEE951EE4}" destId="{5F8A29F0-D490-4A2B-B2F8-96AD063C3CC5}" srcOrd="1" destOrd="0" presId="urn:microsoft.com/office/officeart/2018/5/layout/IconCircleLabelList"/>
    <dgm:cxn modelId="{924ACDBF-118B-4ED5-9D2B-C62EB1ECC8B4}" type="presParOf" srcId="{7D65530C-DD10-47D1-91CF-A63EEE951EE4}" destId="{67434230-7F0F-44D6-8120-BC8133D13274}" srcOrd="2" destOrd="0" presId="urn:microsoft.com/office/officeart/2018/5/layout/IconCircleLabelList"/>
    <dgm:cxn modelId="{7D9C6FDD-F719-4AED-B7EA-89E0A28539FF}" type="presParOf" srcId="{7D65530C-DD10-47D1-91CF-A63EEE951EE4}" destId="{5601A7D7-843F-412C-9F5D-859383040982}" srcOrd="3" destOrd="0" presId="urn:microsoft.com/office/officeart/2018/5/layout/IconCircleLabelList"/>
    <dgm:cxn modelId="{EF344D06-B751-457F-852F-520C7F0A511A}" type="presParOf" srcId="{524DF993-B8AE-4B1C-A7DF-C814B55AFFC2}" destId="{515A7832-EF68-4679-AEED-6CF3B80BAFDC}" srcOrd="1" destOrd="0" presId="urn:microsoft.com/office/officeart/2018/5/layout/IconCircleLabelList"/>
    <dgm:cxn modelId="{73E2A9D2-81D0-4230-8264-4C4322EC2F3A}" type="presParOf" srcId="{524DF993-B8AE-4B1C-A7DF-C814B55AFFC2}" destId="{17BD8702-D1EE-401C-AF7E-9D36B40C8244}" srcOrd="2" destOrd="0" presId="urn:microsoft.com/office/officeart/2018/5/layout/IconCircleLabelList"/>
    <dgm:cxn modelId="{625B7361-57F8-4F39-95FA-FB3576F36DF3}" type="presParOf" srcId="{17BD8702-D1EE-401C-AF7E-9D36B40C8244}" destId="{8961C489-CAEB-4EC8-8B39-7140008508DC}" srcOrd="0" destOrd="0" presId="urn:microsoft.com/office/officeart/2018/5/layout/IconCircleLabelList"/>
    <dgm:cxn modelId="{70E64945-C99F-4464-AB05-69718821F674}" type="presParOf" srcId="{17BD8702-D1EE-401C-AF7E-9D36B40C8244}" destId="{7885E69F-FA80-47A1-8F8B-4D10AAC8E551}" srcOrd="1" destOrd="0" presId="urn:microsoft.com/office/officeart/2018/5/layout/IconCircleLabelList"/>
    <dgm:cxn modelId="{F02FF7A2-18D7-4767-8F73-BCA5521C1D2F}" type="presParOf" srcId="{17BD8702-D1EE-401C-AF7E-9D36B40C8244}" destId="{F43264CC-03FC-47D7-8B41-327AE4B18529}" srcOrd="2" destOrd="0" presId="urn:microsoft.com/office/officeart/2018/5/layout/IconCircleLabelList"/>
    <dgm:cxn modelId="{F88D3268-BCCA-47D8-94EE-3207629B89A7}" type="presParOf" srcId="{17BD8702-D1EE-401C-AF7E-9D36B40C8244}" destId="{A7AF872E-76D0-4743-819C-8F0C1E5213CE}" srcOrd="3" destOrd="0" presId="urn:microsoft.com/office/officeart/2018/5/layout/IconCircleLabelList"/>
    <dgm:cxn modelId="{946A85BC-13B3-4241-8235-ABD44C6BBAA7}" type="presParOf" srcId="{524DF993-B8AE-4B1C-A7DF-C814B55AFFC2}" destId="{C99560DF-6BC7-4DF2-A289-1434E89CE7B2}" srcOrd="3" destOrd="0" presId="urn:microsoft.com/office/officeart/2018/5/layout/IconCircleLabelList"/>
    <dgm:cxn modelId="{1DF7DB7B-630A-4C41-A9FE-C8826CB125E7}" type="presParOf" srcId="{524DF993-B8AE-4B1C-A7DF-C814B55AFFC2}" destId="{3957ED01-CDDE-450B-8E96-58E5991E6C7A}" srcOrd="4" destOrd="0" presId="urn:microsoft.com/office/officeart/2018/5/layout/IconCircleLabelList"/>
    <dgm:cxn modelId="{D982289B-EFC5-49E6-80D7-8B08BBD10581}" type="presParOf" srcId="{3957ED01-CDDE-450B-8E96-58E5991E6C7A}" destId="{D5085CCF-3D7C-4C33-8DFE-CCE4BC3F45D2}" srcOrd="0" destOrd="0" presId="urn:microsoft.com/office/officeart/2018/5/layout/IconCircleLabelList"/>
    <dgm:cxn modelId="{39112BBD-095C-4755-B641-7A45ABFC9F23}" type="presParOf" srcId="{3957ED01-CDDE-450B-8E96-58E5991E6C7A}" destId="{68429E1D-F146-4904-A910-CE15D905A171}" srcOrd="1" destOrd="0" presId="urn:microsoft.com/office/officeart/2018/5/layout/IconCircleLabelList"/>
    <dgm:cxn modelId="{2EDE0B85-BE1F-497D-8220-91E964813421}" type="presParOf" srcId="{3957ED01-CDDE-450B-8E96-58E5991E6C7A}" destId="{0A88ECF3-E1AB-4593-A145-D0EAE6D26235}" srcOrd="2" destOrd="0" presId="urn:microsoft.com/office/officeart/2018/5/layout/IconCircleLabelList"/>
    <dgm:cxn modelId="{5DF42FC9-F438-4DCB-89BE-89027271F289}" type="presParOf" srcId="{3957ED01-CDDE-450B-8E96-58E5991E6C7A}" destId="{B7FA93A7-C17B-4A01-B28C-FCA52EA2BBF4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B84FCB4-D3FB-4C8B-8F53-42C654CA4615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D1F0D7D0-0DF3-41D0-8399-29476D43B029}">
      <dgm:prSet/>
      <dgm:spPr/>
      <dgm:t>
        <a:bodyPr/>
        <a:lstStyle/>
        <a:p>
          <a:r>
            <a:rPr lang="en-US" b="0" i="0"/>
            <a:t>Store and manage pet &amp; adopter data</a:t>
          </a:r>
          <a:endParaRPr lang="en-US"/>
        </a:p>
      </dgm:t>
    </dgm:pt>
    <dgm:pt modelId="{3CFA3081-5DD8-47F5-9DFE-B9EB7D9F068A}" type="parTrans" cxnId="{2F5652B1-016C-4767-854B-D8B23BBA5174}">
      <dgm:prSet/>
      <dgm:spPr/>
      <dgm:t>
        <a:bodyPr/>
        <a:lstStyle/>
        <a:p>
          <a:endParaRPr lang="en-US"/>
        </a:p>
      </dgm:t>
    </dgm:pt>
    <dgm:pt modelId="{9341BBAF-97EE-4230-82BE-F6E7FCD00ACA}" type="sibTrans" cxnId="{2F5652B1-016C-4767-854B-D8B23BBA5174}">
      <dgm:prSet/>
      <dgm:spPr/>
      <dgm:t>
        <a:bodyPr/>
        <a:lstStyle/>
        <a:p>
          <a:endParaRPr lang="en-US"/>
        </a:p>
      </dgm:t>
    </dgm:pt>
    <dgm:pt modelId="{EB9A9BDD-C3A7-4D00-B352-438BA7F3A998}">
      <dgm:prSet/>
      <dgm:spPr/>
      <dgm:t>
        <a:bodyPr/>
        <a:lstStyle/>
        <a:p>
          <a:r>
            <a:rPr lang="en-US" b="0" i="0"/>
            <a:t>Enable adoption workflow</a:t>
          </a:r>
          <a:endParaRPr lang="en-US"/>
        </a:p>
      </dgm:t>
    </dgm:pt>
    <dgm:pt modelId="{D94429BE-AB10-4EE6-8096-F6C6AF14EF79}" type="parTrans" cxnId="{39C1600B-7E48-47F9-A683-D53E55CE52EB}">
      <dgm:prSet/>
      <dgm:spPr/>
      <dgm:t>
        <a:bodyPr/>
        <a:lstStyle/>
        <a:p>
          <a:endParaRPr lang="en-US"/>
        </a:p>
      </dgm:t>
    </dgm:pt>
    <dgm:pt modelId="{02DBE0DA-A0FC-4000-87AB-3C28A9EA1FB6}" type="sibTrans" cxnId="{39C1600B-7E48-47F9-A683-D53E55CE52EB}">
      <dgm:prSet/>
      <dgm:spPr/>
      <dgm:t>
        <a:bodyPr/>
        <a:lstStyle/>
        <a:p>
          <a:endParaRPr lang="en-US"/>
        </a:p>
      </dgm:t>
    </dgm:pt>
    <dgm:pt modelId="{EAD77C82-0C52-44AB-B4E5-1D6A5A676DD1}">
      <dgm:prSet/>
      <dgm:spPr/>
      <dgm:t>
        <a:bodyPr/>
        <a:lstStyle/>
        <a:p>
          <a:r>
            <a:rPr lang="en-US" b="0" i="0"/>
            <a:t>Maintain relationships between entities</a:t>
          </a:r>
          <a:endParaRPr lang="en-US"/>
        </a:p>
      </dgm:t>
    </dgm:pt>
    <dgm:pt modelId="{F2E46EF1-5DB9-4301-AF9D-D8F0F98854FF}" type="parTrans" cxnId="{EC17F85A-8E1A-4AED-AB58-5F3437507E3B}">
      <dgm:prSet/>
      <dgm:spPr/>
      <dgm:t>
        <a:bodyPr/>
        <a:lstStyle/>
        <a:p>
          <a:endParaRPr lang="en-US"/>
        </a:p>
      </dgm:t>
    </dgm:pt>
    <dgm:pt modelId="{47936B3F-52B0-4ED8-8EFA-A660C8E63F39}" type="sibTrans" cxnId="{EC17F85A-8E1A-4AED-AB58-5F3437507E3B}">
      <dgm:prSet/>
      <dgm:spPr/>
      <dgm:t>
        <a:bodyPr/>
        <a:lstStyle/>
        <a:p>
          <a:endParaRPr lang="en-US"/>
        </a:p>
      </dgm:t>
    </dgm:pt>
    <dgm:pt modelId="{A9B6ECA3-93B7-423F-B060-0947367EE967}">
      <dgm:prSet/>
      <dgm:spPr/>
      <dgm:t>
        <a:bodyPr/>
        <a:lstStyle/>
        <a:p>
          <a:r>
            <a:rPr lang="en-US" b="0" i="0"/>
            <a:t>Update data dynamically</a:t>
          </a:r>
          <a:endParaRPr lang="en-US"/>
        </a:p>
      </dgm:t>
    </dgm:pt>
    <dgm:pt modelId="{1166B9CE-199D-4E74-A573-F6E55C89EEA3}" type="parTrans" cxnId="{3176274B-9E61-404B-914A-AAAF1D350041}">
      <dgm:prSet/>
      <dgm:spPr/>
      <dgm:t>
        <a:bodyPr/>
        <a:lstStyle/>
        <a:p>
          <a:endParaRPr lang="en-US"/>
        </a:p>
      </dgm:t>
    </dgm:pt>
    <dgm:pt modelId="{7045766D-8422-4D84-A371-3C2EBE583F75}" type="sibTrans" cxnId="{3176274B-9E61-404B-914A-AAAF1D350041}">
      <dgm:prSet/>
      <dgm:spPr/>
      <dgm:t>
        <a:bodyPr/>
        <a:lstStyle/>
        <a:p>
          <a:endParaRPr lang="en-US"/>
        </a:p>
      </dgm:t>
    </dgm:pt>
    <dgm:pt modelId="{16021A51-98B0-4769-9D7B-93DA8784AF4E}" type="pres">
      <dgm:prSet presAssocID="{8B84FCB4-D3FB-4C8B-8F53-42C654CA4615}" presName="root" presStyleCnt="0">
        <dgm:presLayoutVars>
          <dgm:dir/>
          <dgm:resizeHandles val="exact"/>
        </dgm:presLayoutVars>
      </dgm:prSet>
      <dgm:spPr/>
    </dgm:pt>
    <dgm:pt modelId="{A0F97A29-33E9-4A24-A268-5DB4BC0D9266}" type="pres">
      <dgm:prSet presAssocID="{D1F0D7D0-0DF3-41D0-8399-29476D43B029}" presName="compNode" presStyleCnt="0"/>
      <dgm:spPr/>
    </dgm:pt>
    <dgm:pt modelId="{944AC703-2AB1-4E9A-89C1-34CB6CD6ED87}" type="pres">
      <dgm:prSet presAssocID="{D1F0D7D0-0DF3-41D0-8399-29476D43B029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t"/>
        </a:ext>
      </dgm:extLst>
    </dgm:pt>
    <dgm:pt modelId="{6885D3C4-BC37-46BD-8238-3978F33988DD}" type="pres">
      <dgm:prSet presAssocID="{D1F0D7D0-0DF3-41D0-8399-29476D43B029}" presName="spaceRect" presStyleCnt="0"/>
      <dgm:spPr/>
    </dgm:pt>
    <dgm:pt modelId="{C5236B52-CFA9-4C10-990E-568812A50F87}" type="pres">
      <dgm:prSet presAssocID="{D1F0D7D0-0DF3-41D0-8399-29476D43B029}" presName="textRect" presStyleLbl="revTx" presStyleIdx="0" presStyleCnt="4">
        <dgm:presLayoutVars>
          <dgm:chMax val="1"/>
          <dgm:chPref val="1"/>
        </dgm:presLayoutVars>
      </dgm:prSet>
      <dgm:spPr/>
    </dgm:pt>
    <dgm:pt modelId="{371421AB-12D7-46D8-9658-0CA97EC35873}" type="pres">
      <dgm:prSet presAssocID="{9341BBAF-97EE-4230-82BE-F6E7FCD00ACA}" presName="sibTrans" presStyleCnt="0"/>
      <dgm:spPr/>
    </dgm:pt>
    <dgm:pt modelId="{455C2372-EA3D-4CAD-ABEA-7DEFD68E69E0}" type="pres">
      <dgm:prSet presAssocID="{EB9A9BDD-C3A7-4D00-B352-438BA7F3A998}" presName="compNode" presStyleCnt="0"/>
      <dgm:spPr/>
    </dgm:pt>
    <dgm:pt modelId="{375CCF59-47D7-4949-948F-561F8DAB569D}" type="pres">
      <dgm:prSet presAssocID="{EB9A9BDD-C3A7-4D00-B352-438BA7F3A998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29E61E86-667C-441D-9686-C64C4CEF3315}" type="pres">
      <dgm:prSet presAssocID="{EB9A9BDD-C3A7-4D00-B352-438BA7F3A998}" presName="spaceRect" presStyleCnt="0"/>
      <dgm:spPr/>
    </dgm:pt>
    <dgm:pt modelId="{72A027F7-7ED8-488F-89C0-DF2156F86BFD}" type="pres">
      <dgm:prSet presAssocID="{EB9A9BDD-C3A7-4D00-B352-438BA7F3A998}" presName="textRect" presStyleLbl="revTx" presStyleIdx="1" presStyleCnt="4">
        <dgm:presLayoutVars>
          <dgm:chMax val="1"/>
          <dgm:chPref val="1"/>
        </dgm:presLayoutVars>
      </dgm:prSet>
      <dgm:spPr/>
    </dgm:pt>
    <dgm:pt modelId="{2EF55137-A4AB-4FDA-9F0E-0D994EDE9B9F}" type="pres">
      <dgm:prSet presAssocID="{02DBE0DA-A0FC-4000-87AB-3C28A9EA1FB6}" presName="sibTrans" presStyleCnt="0"/>
      <dgm:spPr/>
    </dgm:pt>
    <dgm:pt modelId="{173CDEE2-113E-49E1-83A7-83E96A276926}" type="pres">
      <dgm:prSet presAssocID="{EAD77C82-0C52-44AB-B4E5-1D6A5A676DD1}" presName="compNode" presStyleCnt="0"/>
      <dgm:spPr/>
    </dgm:pt>
    <dgm:pt modelId="{CAD5B18B-2091-4169-9F6B-58FF3C742A24}" type="pres">
      <dgm:prSet presAssocID="{EAD77C82-0C52-44AB-B4E5-1D6A5A676DD1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4DAA09B3-4102-4AE9-9E86-CEEFD1055119}" type="pres">
      <dgm:prSet presAssocID="{EAD77C82-0C52-44AB-B4E5-1D6A5A676DD1}" presName="spaceRect" presStyleCnt="0"/>
      <dgm:spPr/>
    </dgm:pt>
    <dgm:pt modelId="{22D952BE-2565-458D-BDA9-1748C18DE3B4}" type="pres">
      <dgm:prSet presAssocID="{EAD77C82-0C52-44AB-B4E5-1D6A5A676DD1}" presName="textRect" presStyleLbl="revTx" presStyleIdx="2" presStyleCnt="4">
        <dgm:presLayoutVars>
          <dgm:chMax val="1"/>
          <dgm:chPref val="1"/>
        </dgm:presLayoutVars>
      </dgm:prSet>
      <dgm:spPr/>
    </dgm:pt>
    <dgm:pt modelId="{7EFB2BFD-EDA3-42B0-BAE7-1F1D3DFE3891}" type="pres">
      <dgm:prSet presAssocID="{47936B3F-52B0-4ED8-8EFA-A660C8E63F39}" presName="sibTrans" presStyleCnt="0"/>
      <dgm:spPr/>
    </dgm:pt>
    <dgm:pt modelId="{B2AD8B5F-D89D-4B40-94AE-95E5AA3B8252}" type="pres">
      <dgm:prSet presAssocID="{A9B6ECA3-93B7-423F-B060-0947367EE967}" presName="compNode" presStyleCnt="0"/>
      <dgm:spPr/>
    </dgm:pt>
    <dgm:pt modelId="{2C43CE6F-BA45-4A99-8D96-6262EA45ABE0}" type="pres">
      <dgm:prSet presAssocID="{A9B6ECA3-93B7-423F-B060-0947367EE967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22555B53-AB45-4A72-A726-D0723411440B}" type="pres">
      <dgm:prSet presAssocID="{A9B6ECA3-93B7-423F-B060-0947367EE967}" presName="spaceRect" presStyleCnt="0"/>
      <dgm:spPr/>
    </dgm:pt>
    <dgm:pt modelId="{8ABED495-9347-4153-9B8B-BCA82544CB13}" type="pres">
      <dgm:prSet presAssocID="{A9B6ECA3-93B7-423F-B060-0947367EE967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39C1600B-7E48-47F9-A683-D53E55CE52EB}" srcId="{8B84FCB4-D3FB-4C8B-8F53-42C654CA4615}" destId="{EB9A9BDD-C3A7-4D00-B352-438BA7F3A998}" srcOrd="1" destOrd="0" parTransId="{D94429BE-AB10-4EE6-8096-F6C6AF14EF79}" sibTransId="{02DBE0DA-A0FC-4000-87AB-3C28A9EA1FB6}"/>
    <dgm:cxn modelId="{C16EB744-DB71-4CE7-AAAD-24F54A1C1959}" type="presOf" srcId="{D1F0D7D0-0DF3-41D0-8399-29476D43B029}" destId="{C5236B52-CFA9-4C10-990E-568812A50F87}" srcOrd="0" destOrd="0" presId="urn:microsoft.com/office/officeart/2018/2/layout/IconLabelList"/>
    <dgm:cxn modelId="{E68C0E6A-8258-4BE9-A4F8-923B7BBF787C}" type="presOf" srcId="{8B84FCB4-D3FB-4C8B-8F53-42C654CA4615}" destId="{16021A51-98B0-4769-9D7B-93DA8784AF4E}" srcOrd="0" destOrd="0" presId="urn:microsoft.com/office/officeart/2018/2/layout/IconLabelList"/>
    <dgm:cxn modelId="{3176274B-9E61-404B-914A-AAAF1D350041}" srcId="{8B84FCB4-D3FB-4C8B-8F53-42C654CA4615}" destId="{A9B6ECA3-93B7-423F-B060-0947367EE967}" srcOrd="3" destOrd="0" parTransId="{1166B9CE-199D-4E74-A573-F6E55C89EEA3}" sibTransId="{7045766D-8422-4D84-A371-3C2EBE583F75}"/>
    <dgm:cxn modelId="{EC17F85A-8E1A-4AED-AB58-5F3437507E3B}" srcId="{8B84FCB4-D3FB-4C8B-8F53-42C654CA4615}" destId="{EAD77C82-0C52-44AB-B4E5-1D6A5A676DD1}" srcOrd="2" destOrd="0" parTransId="{F2E46EF1-5DB9-4301-AF9D-D8F0F98854FF}" sibTransId="{47936B3F-52B0-4ED8-8EFA-A660C8E63F39}"/>
    <dgm:cxn modelId="{2F5652B1-016C-4767-854B-D8B23BBA5174}" srcId="{8B84FCB4-D3FB-4C8B-8F53-42C654CA4615}" destId="{D1F0D7D0-0DF3-41D0-8399-29476D43B029}" srcOrd="0" destOrd="0" parTransId="{3CFA3081-5DD8-47F5-9DFE-B9EB7D9F068A}" sibTransId="{9341BBAF-97EE-4230-82BE-F6E7FCD00ACA}"/>
    <dgm:cxn modelId="{59054AB2-DF56-4035-92EA-1C4897176EA7}" type="presOf" srcId="{A9B6ECA3-93B7-423F-B060-0947367EE967}" destId="{8ABED495-9347-4153-9B8B-BCA82544CB13}" srcOrd="0" destOrd="0" presId="urn:microsoft.com/office/officeart/2018/2/layout/IconLabelList"/>
    <dgm:cxn modelId="{4CD519BE-E9AF-43DD-8F3C-A45CD07FFFD8}" type="presOf" srcId="{EAD77C82-0C52-44AB-B4E5-1D6A5A676DD1}" destId="{22D952BE-2565-458D-BDA9-1748C18DE3B4}" srcOrd="0" destOrd="0" presId="urn:microsoft.com/office/officeart/2018/2/layout/IconLabelList"/>
    <dgm:cxn modelId="{18E4E5E1-6D95-4A5E-841D-3385DB0E973A}" type="presOf" srcId="{EB9A9BDD-C3A7-4D00-B352-438BA7F3A998}" destId="{72A027F7-7ED8-488F-89C0-DF2156F86BFD}" srcOrd="0" destOrd="0" presId="urn:microsoft.com/office/officeart/2018/2/layout/IconLabelList"/>
    <dgm:cxn modelId="{55B49BD4-8464-4579-BBB7-C5F28151FC71}" type="presParOf" srcId="{16021A51-98B0-4769-9D7B-93DA8784AF4E}" destId="{A0F97A29-33E9-4A24-A268-5DB4BC0D9266}" srcOrd="0" destOrd="0" presId="urn:microsoft.com/office/officeart/2018/2/layout/IconLabelList"/>
    <dgm:cxn modelId="{0DD79CA3-9189-45A7-93F3-7994D4CF4C1F}" type="presParOf" srcId="{A0F97A29-33E9-4A24-A268-5DB4BC0D9266}" destId="{944AC703-2AB1-4E9A-89C1-34CB6CD6ED87}" srcOrd="0" destOrd="0" presId="urn:microsoft.com/office/officeart/2018/2/layout/IconLabelList"/>
    <dgm:cxn modelId="{EE17FDFF-B055-4FAD-8CA8-0C523CDCDD0C}" type="presParOf" srcId="{A0F97A29-33E9-4A24-A268-5DB4BC0D9266}" destId="{6885D3C4-BC37-46BD-8238-3978F33988DD}" srcOrd="1" destOrd="0" presId="urn:microsoft.com/office/officeart/2018/2/layout/IconLabelList"/>
    <dgm:cxn modelId="{8DC6D4FF-BE86-4D08-8022-078625666877}" type="presParOf" srcId="{A0F97A29-33E9-4A24-A268-5DB4BC0D9266}" destId="{C5236B52-CFA9-4C10-990E-568812A50F87}" srcOrd="2" destOrd="0" presId="urn:microsoft.com/office/officeart/2018/2/layout/IconLabelList"/>
    <dgm:cxn modelId="{4FE10604-C1B5-46C0-B248-4FB84AD0F566}" type="presParOf" srcId="{16021A51-98B0-4769-9D7B-93DA8784AF4E}" destId="{371421AB-12D7-46D8-9658-0CA97EC35873}" srcOrd="1" destOrd="0" presId="urn:microsoft.com/office/officeart/2018/2/layout/IconLabelList"/>
    <dgm:cxn modelId="{D7C29E85-744E-4E8D-8C01-99AD76417A82}" type="presParOf" srcId="{16021A51-98B0-4769-9D7B-93DA8784AF4E}" destId="{455C2372-EA3D-4CAD-ABEA-7DEFD68E69E0}" srcOrd="2" destOrd="0" presId="urn:microsoft.com/office/officeart/2018/2/layout/IconLabelList"/>
    <dgm:cxn modelId="{DFE991F9-7785-4194-BADB-4535492F98E9}" type="presParOf" srcId="{455C2372-EA3D-4CAD-ABEA-7DEFD68E69E0}" destId="{375CCF59-47D7-4949-948F-561F8DAB569D}" srcOrd="0" destOrd="0" presId="urn:microsoft.com/office/officeart/2018/2/layout/IconLabelList"/>
    <dgm:cxn modelId="{1BBBBF29-8883-497B-AE92-330DCC948120}" type="presParOf" srcId="{455C2372-EA3D-4CAD-ABEA-7DEFD68E69E0}" destId="{29E61E86-667C-441D-9686-C64C4CEF3315}" srcOrd="1" destOrd="0" presId="urn:microsoft.com/office/officeart/2018/2/layout/IconLabelList"/>
    <dgm:cxn modelId="{ABBCEFC1-0EF3-424D-B63F-E77216F8C92E}" type="presParOf" srcId="{455C2372-EA3D-4CAD-ABEA-7DEFD68E69E0}" destId="{72A027F7-7ED8-488F-89C0-DF2156F86BFD}" srcOrd="2" destOrd="0" presId="urn:microsoft.com/office/officeart/2018/2/layout/IconLabelList"/>
    <dgm:cxn modelId="{868635C2-818A-43C6-A8E6-CCFBE736B752}" type="presParOf" srcId="{16021A51-98B0-4769-9D7B-93DA8784AF4E}" destId="{2EF55137-A4AB-4FDA-9F0E-0D994EDE9B9F}" srcOrd="3" destOrd="0" presId="urn:microsoft.com/office/officeart/2018/2/layout/IconLabelList"/>
    <dgm:cxn modelId="{7FA69A52-DB48-4684-B37C-5DE043E1E151}" type="presParOf" srcId="{16021A51-98B0-4769-9D7B-93DA8784AF4E}" destId="{173CDEE2-113E-49E1-83A7-83E96A276926}" srcOrd="4" destOrd="0" presId="urn:microsoft.com/office/officeart/2018/2/layout/IconLabelList"/>
    <dgm:cxn modelId="{86A0B3CF-5A55-499D-9DA2-218DCB2AB93D}" type="presParOf" srcId="{173CDEE2-113E-49E1-83A7-83E96A276926}" destId="{CAD5B18B-2091-4169-9F6B-58FF3C742A24}" srcOrd="0" destOrd="0" presId="urn:microsoft.com/office/officeart/2018/2/layout/IconLabelList"/>
    <dgm:cxn modelId="{5332CF73-4902-4952-935C-77B5BD3F7DB0}" type="presParOf" srcId="{173CDEE2-113E-49E1-83A7-83E96A276926}" destId="{4DAA09B3-4102-4AE9-9E86-CEEFD1055119}" srcOrd="1" destOrd="0" presId="urn:microsoft.com/office/officeart/2018/2/layout/IconLabelList"/>
    <dgm:cxn modelId="{1A5D673A-788E-4847-808C-D9851017D059}" type="presParOf" srcId="{173CDEE2-113E-49E1-83A7-83E96A276926}" destId="{22D952BE-2565-458D-BDA9-1748C18DE3B4}" srcOrd="2" destOrd="0" presId="urn:microsoft.com/office/officeart/2018/2/layout/IconLabelList"/>
    <dgm:cxn modelId="{58DDB687-1178-46D4-A79D-F3AA40C0D4C3}" type="presParOf" srcId="{16021A51-98B0-4769-9D7B-93DA8784AF4E}" destId="{7EFB2BFD-EDA3-42B0-BAE7-1F1D3DFE3891}" srcOrd="5" destOrd="0" presId="urn:microsoft.com/office/officeart/2018/2/layout/IconLabelList"/>
    <dgm:cxn modelId="{0B2CDEB7-002D-4FA2-BA93-E68ED4272203}" type="presParOf" srcId="{16021A51-98B0-4769-9D7B-93DA8784AF4E}" destId="{B2AD8B5F-D89D-4B40-94AE-95E5AA3B8252}" srcOrd="6" destOrd="0" presId="urn:microsoft.com/office/officeart/2018/2/layout/IconLabelList"/>
    <dgm:cxn modelId="{B3720D68-8FA4-4EFE-A26E-23FB0C83677B}" type="presParOf" srcId="{B2AD8B5F-D89D-4B40-94AE-95E5AA3B8252}" destId="{2C43CE6F-BA45-4A99-8D96-6262EA45ABE0}" srcOrd="0" destOrd="0" presId="urn:microsoft.com/office/officeart/2018/2/layout/IconLabelList"/>
    <dgm:cxn modelId="{C0B606EB-1D27-4072-A801-C8A83B360AAB}" type="presParOf" srcId="{B2AD8B5F-D89D-4B40-94AE-95E5AA3B8252}" destId="{22555B53-AB45-4A72-A726-D0723411440B}" srcOrd="1" destOrd="0" presId="urn:microsoft.com/office/officeart/2018/2/layout/IconLabelList"/>
    <dgm:cxn modelId="{4FF9DB93-BE54-4C7A-88E8-B599841D3903}" type="presParOf" srcId="{B2AD8B5F-D89D-4B40-94AE-95E5AA3B8252}" destId="{8ABED495-9347-4153-9B8B-BCA82544CB13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0FED2B9D-4315-4A90-870A-A20E27BC8BEC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C3569725-7924-4F1C-A462-33F475961408}">
      <dgm:prSet/>
      <dgm:spPr/>
      <dgm:t>
        <a:bodyPr/>
        <a:lstStyle/>
        <a:p>
          <a:r>
            <a:rPr lang="en-US" b="0" i="0"/>
            <a:t>Frontend: Java (logic)</a:t>
          </a:r>
          <a:endParaRPr lang="en-US"/>
        </a:p>
      </dgm:t>
    </dgm:pt>
    <dgm:pt modelId="{B6987109-BBE1-4BBC-86EA-E60D5DCE7628}" type="parTrans" cxnId="{E618885A-EEE6-4519-B096-E5652DE17B67}">
      <dgm:prSet/>
      <dgm:spPr/>
      <dgm:t>
        <a:bodyPr/>
        <a:lstStyle/>
        <a:p>
          <a:endParaRPr lang="en-US"/>
        </a:p>
      </dgm:t>
    </dgm:pt>
    <dgm:pt modelId="{CC9C0E8F-6DCE-4C73-A0EC-8E039D7B0D5A}" type="sibTrans" cxnId="{E618885A-EEE6-4519-B096-E5652DE17B67}">
      <dgm:prSet/>
      <dgm:spPr/>
      <dgm:t>
        <a:bodyPr/>
        <a:lstStyle/>
        <a:p>
          <a:endParaRPr lang="en-US"/>
        </a:p>
      </dgm:t>
    </dgm:pt>
    <dgm:pt modelId="{DB1A33A0-EBE1-4800-B3CD-FB062CD7E224}">
      <dgm:prSet/>
      <dgm:spPr/>
      <dgm:t>
        <a:bodyPr/>
        <a:lstStyle/>
        <a:p>
          <a:r>
            <a:rPr lang="en-US" b="0" i="0"/>
            <a:t>Database: SQLite</a:t>
          </a:r>
          <a:endParaRPr lang="en-US"/>
        </a:p>
      </dgm:t>
    </dgm:pt>
    <dgm:pt modelId="{B86FD49C-6E30-48FD-B904-0002E09BC87B}" type="parTrans" cxnId="{8DA5B5CA-DDE1-43C2-9544-1F534614959D}">
      <dgm:prSet/>
      <dgm:spPr/>
      <dgm:t>
        <a:bodyPr/>
        <a:lstStyle/>
        <a:p>
          <a:endParaRPr lang="en-US"/>
        </a:p>
      </dgm:t>
    </dgm:pt>
    <dgm:pt modelId="{CDB9B486-3D2F-4F65-B53B-7A81CB1CBFB0}" type="sibTrans" cxnId="{8DA5B5CA-DDE1-43C2-9544-1F534614959D}">
      <dgm:prSet/>
      <dgm:spPr/>
      <dgm:t>
        <a:bodyPr/>
        <a:lstStyle/>
        <a:p>
          <a:endParaRPr lang="en-US"/>
        </a:p>
      </dgm:t>
    </dgm:pt>
    <dgm:pt modelId="{F65027C2-9569-4D8B-AAA6-508F2408DC61}">
      <dgm:prSet/>
      <dgm:spPr/>
      <dgm:t>
        <a:bodyPr/>
        <a:lstStyle/>
        <a:p>
          <a:r>
            <a:rPr lang="en-US" b="0" i="0"/>
            <a:t>Connection: JDBC</a:t>
          </a:r>
          <a:endParaRPr lang="en-US"/>
        </a:p>
      </dgm:t>
    </dgm:pt>
    <dgm:pt modelId="{9737DA1F-C0D1-461A-9A19-B8BF710FD8BF}" type="parTrans" cxnId="{F4F8D2DE-C8AC-4F01-8A0B-C970B44B3291}">
      <dgm:prSet/>
      <dgm:spPr/>
      <dgm:t>
        <a:bodyPr/>
        <a:lstStyle/>
        <a:p>
          <a:endParaRPr lang="en-US"/>
        </a:p>
      </dgm:t>
    </dgm:pt>
    <dgm:pt modelId="{800224AA-0B2A-4702-AAEA-EDA069C831C5}" type="sibTrans" cxnId="{F4F8D2DE-C8AC-4F01-8A0B-C970B44B3291}">
      <dgm:prSet/>
      <dgm:spPr/>
      <dgm:t>
        <a:bodyPr/>
        <a:lstStyle/>
        <a:p>
          <a:endParaRPr lang="en-US"/>
        </a:p>
      </dgm:t>
    </dgm:pt>
    <dgm:pt modelId="{03CD9702-7D04-43E9-9688-EFA3BDED8BC7}">
      <dgm:prSet/>
      <dgm:spPr/>
      <dgm:t>
        <a:bodyPr/>
        <a:lstStyle/>
        <a:p>
          <a:r>
            <a:rPr lang="en-US" b="0" i="0"/>
            <a:t>Console-based user interface</a:t>
          </a:r>
          <a:endParaRPr lang="en-US"/>
        </a:p>
      </dgm:t>
    </dgm:pt>
    <dgm:pt modelId="{DD3430AC-A5FB-4FC6-9383-15292113E2AE}" type="parTrans" cxnId="{10A44499-23BD-4068-994C-5AC6770BBBA9}">
      <dgm:prSet/>
      <dgm:spPr/>
      <dgm:t>
        <a:bodyPr/>
        <a:lstStyle/>
        <a:p>
          <a:endParaRPr lang="en-US"/>
        </a:p>
      </dgm:t>
    </dgm:pt>
    <dgm:pt modelId="{8D1CE71E-CAED-49BF-9676-325673C6BEF4}" type="sibTrans" cxnId="{10A44499-23BD-4068-994C-5AC6770BBBA9}">
      <dgm:prSet/>
      <dgm:spPr/>
      <dgm:t>
        <a:bodyPr/>
        <a:lstStyle/>
        <a:p>
          <a:endParaRPr lang="en-US"/>
        </a:p>
      </dgm:t>
    </dgm:pt>
    <dgm:pt modelId="{CE2BD360-8617-4351-A764-1F4500AFAA7D}" type="pres">
      <dgm:prSet presAssocID="{0FED2B9D-4315-4A90-870A-A20E27BC8BEC}" presName="root" presStyleCnt="0">
        <dgm:presLayoutVars>
          <dgm:dir/>
          <dgm:resizeHandles val="exact"/>
        </dgm:presLayoutVars>
      </dgm:prSet>
      <dgm:spPr/>
    </dgm:pt>
    <dgm:pt modelId="{4184B753-0A5B-405F-951D-FF6980677C5F}" type="pres">
      <dgm:prSet presAssocID="{C3569725-7924-4F1C-A462-33F475961408}" presName="compNode" presStyleCnt="0"/>
      <dgm:spPr/>
    </dgm:pt>
    <dgm:pt modelId="{4110F080-4E2D-4F38-8972-580324E1DAAA}" type="pres">
      <dgm:prSet presAssocID="{C3569725-7924-4F1C-A462-33F475961408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E59DC88E-3E6B-4EFF-ADD2-039B9AF32EB9}" type="pres">
      <dgm:prSet presAssocID="{C3569725-7924-4F1C-A462-33F475961408}" presName="spaceRect" presStyleCnt="0"/>
      <dgm:spPr/>
    </dgm:pt>
    <dgm:pt modelId="{EE9DFE2E-D8B4-4529-8BEA-D96744C8B0F0}" type="pres">
      <dgm:prSet presAssocID="{C3569725-7924-4F1C-A462-33F475961408}" presName="textRect" presStyleLbl="revTx" presStyleIdx="0" presStyleCnt="4">
        <dgm:presLayoutVars>
          <dgm:chMax val="1"/>
          <dgm:chPref val="1"/>
        </dgm:presLayoutVars>
      </dgm:prSet>
      <dgm:spPr/>
    </dgm:pt>
    <dgm:pt modelId="{DFD8D9F3-1BF9-43C3-8D8C-6DF200B7B861}" type="pres">
      <dgm:prSet presAssocID="{CC9C0E8F-6DCE-4C73-A0EC-8E039D7B0D5A}" presName="sibTrans" presStyleCnt="0"/>
      <dgm:spPr/>
    </dgm:pt>
    <dgm:pt modelId="{D285B513-F872-4DA6-A004-F4CE4A2B7B71}" type="pres">
      <dgm:prSet presAssocID="{DB1A33A0-EBE1-4800-B3CD-FB062CD7E224}" presName="compNode" presStyleCnt="0"/>
      <dgm:spPr/>
    </dgm:pt>
    <dgm:pt modelId="{2D5C9117-99DA-4D46-AA4B-2644A68ACA96}" type="pres">
      <dgm:prSet presAssocID="{DB1A33A0-EBE1-4800-B3CD-FB062CD7E224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8ADE015B-AC59-4474-A917-41ACF21E67FD}" type="pres">
      <dgm:prSet presAssocID="{DB1A33A0-EBE1-4800-B3CD-FB062CD7E224}" presName="spaceRect" presStyleCnt="0"/>
      <dgm:spPr/>
    </dgm:pt>
    <dgm:pt modelId="{445FE3BF-AFF2-4721-8604-3F09ED015EF3}" type="pres">
      <dgm:prSet presAssocID="{DB1A33A0-EBE1-4800-B3CD-FB062CD7E224}" presName="textRect" presStyleLbl="revTx" presStyleIdx="1" presStyleCnt="4">
        <dgm:presLayoutVars>
          <dgm:chMax val="1"/>
          <dgm:chPref val="1"/>
        </dgm:presLayoutVars>
      </dgm:prSet>
      <dgm:spPr/>
    </dgm:pt>
    <dgm:pt modelId="{E5B9E397-C360-4B85-851F-284D5341552A}" type="pres">
      <dgm:prSet presAssocID="{CDB9B486-3D2F-4F65-B53B-7A81CB1CBFB0}" presName="sibTrans" presStyleCnt="0"/>
      <dgm:spPr/>
    </dgm:pt>
    <dgm:pt modelId="{391EA9DA-9F29-4056-8878-6ACD8D5C9580}" type="pres">
      <dgm:prSet presAssocID="{F65027C2-9569-4D8B-AAA6-508F2408DC61}" presName="compNode" presStyleCnt="0"/>
      <dgm:spPr/>
    </dgm:pt>
    <dgm:pt modelId="{0E37EF08-C2E3-41D6-B5B2-C928BBFE1E24}" type="pres">
      <dgm:prSet presAssocID="{F65027C2-9569-4D8B-AAA6-508F2408DC61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 Network"/>
        </a:ext>
      </dgm:extLst>
    </dgm:pt>
    <dgm:pt modelId="{622E84BC-1B14-4658-830D-9E8AC8E7B4A5}" type="pres">
      <dgm:prSet presAssocID="{F65027C2-9569-4D8B-AAA6-508F2408DC61}" presName="spaceRect" presStyleCnt="0"/>
      <dgm:spPr/>
    </dgm:pt>
    <dgm:pt modelId="{D0C0DE32-FBD7-4182-B631-A681D0AE2DAF}" type="pres">
      <dgm:prSet presAssocID="{F65027C2-9569-4D8B-AAA6-508F2408DC61}" presName="textRect" presStyleLbl="revTx" presStyleIdx="2" presStyleCnt="4">
        <dgm:presLayoutVars>
          <dgm:chMax val="1"/>
          <dgm:chPref val="1"/>
        </dgm:presLayoutVars>
      </dgm:prSet>
      <dgm:spPr/>
    </dgm:pt>
    <dgm:pt modelId="{D8B3C1DF-22C5-4722-9781-88187BDA5F48}" type="pres">
      <dgm:prSet presAssocID="{800224AA-0B2A-4702-AAEA-EDA069C831C5}" presName="sibTrans" presStyleCnt="0"/>
      <dgm:spPr/>
    </dgm:pt>
    <dgm:pt modelId="{A7EE91C7-12F7-434E-BA0E-C07F41CFBD22}" type="pres">
      <dgm:prSet presAssocID="{03CD9702-7D04-43E9-9688-EFA3BDED8BC7}" presName="compNode" presStyleCnt="0"/>
      <dgm:spPr/>
    </dgm:pt>
    <dgm:pt modelId="{7008A1B6-C55A-4128-BFC3-4FD3BC5BA8C7}" type="pres">
      <dgm:prSet presAssocID="{03CD9702-7D04-43E9-9688-EFA3BDED8BC7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BA67177F-2E2E-4D04-8DC5-8445CF147960}" type="pres">
      <dgm:prSet presAssocID="{03CD9702-7D04-43E9-9688-EFA3BDED8BC7}" presName="spaceRect" presStyleCnt="0"/>
      <dgm:spPr/>
    </dgm:pt>
    <dgm:pt modelId="{45CB3769-C5BC-45BF-8DC2-45D48797C4FC}" type="pres">
      <dgm:prSet presAssocID="{03CD9702-7D04-43E9-9688-EFA3BDED8BC7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4AFD0402-1490-48EA-BB9F-2E2E9DA2B593}" type="presOf" srcId="{F65027C2-9569-4D8B-AAA6-508F2408DC61}" destId="{D0C0DE32-FBD7-4182-B631-A681D0AE2DAF}" srcOrd="0" destOrd="0" presId="urn:microsoft.com/office/officeart/2018/2/layout/IconLabelList"/>
    <dgm:cxn modelId="{B5F43261-8577-46C9-8A33-62D3073BAB9B}" type="presOf" srcId="{DB1A33A0-EBE1-4800-B3CD-FB062CD7E224}" destId="{445FE3BF-AFF2-4721-8604-3F09ED015EF3}" srcOrd="0" destOrd="0" presId="urn:microsoft.com/office/officeart/2018/2/layout/IconLabelList"/>
    <dgm:cxn modelId="{82EA4075-D0B6-4BAA-B933-094D09CC9623}" type="presOf" srcId="{03CD9702-7D04-43E9-9688-EFA3BDED8BC7}" destId="{45CB3769-C5BC-45BF-8DC2-45D48797C4FC}" srcOrd="0" destOrd="0" presId="urn:microsoft.com/office/officeart/2018/2/layout/IconLabelList"/>
    <dgm:cxn modelId="{E618885A-EEE6-4519-B096-E5652DE17B67}" srcId="{0FED2B9D-4315-4A90-870A-A20E27BC8BEC}" destId="{C3569725-7924-4F1C-A462-33F475961408}" srcOrd="0" destOrd="0" parTransId="{B6987109-BBE1-4BBC-86EA-E60D5DCE7628}" sibTransId="{CC9C0E8F-6DCE-4C73-A0EC-8E039D7B0D5A}"/>
    <dgm:cxn modelId="{10A44499-23BD-4068-994C-5AC6770BBBA9}" srcId="{0FED2B9D-4315-4A90-870A-A20E27BC8BEC}" destId="{03CD9702-7D04-43E9-9688-EFA3BDED8BC7}" srcOrd="3" destOrd="0" parTransId="{DD3430AC-A5FB-4FC6-9383-15292113E2AE}" sibTransId="{8D1CE71E-CAED-49BF-9676-325673C6BEF4}"/>
    <dgm:cxn modelId="{705043B8-C827-42D1-862F-587D4E0C030F}" type="presOf" srcId="{0FED2B9D-4315-4A90-870A-A20E27BC8BEC}" destId="{CE2BD360-8617-4351-A764-1F4500AFAA7D}" srcOrd="0" destOrd="0" presId="urn:microsoft.com/office/officeart/2018/2/layout/IconLabelList"/>
    <dgm:cxn modelId="{8DA5B5CA-DDE1-43C2-9544-1F534614959D}" srcId="{0FED2B9D-4315-4A90-870A-A20E27BC8BEC}" destId="{DB1A33A0-EBE1-4800-B3CD-FB062CD7E224}" srcOrd="1" destOrd="0" parTransId="{B86FD49C-6E30-48FD-B904-0002E09BC87B}" sibTransId="{CDB9B486-3D2F-4F65-B53B-7A81CB1CBFB0}"/>
    <dgm:cxn modelId="{F4F8D2DE-C8AC-4F01-8A0B-C970B44B3291}" srcId="{0FED2B9D-4315-4A90-870A-A20E27BC8BEC}" destId="{F65027C2-9569-4D8B-AAA6-508F2408DC61}" srcOrd="2" destOrd="0" parTransId="{9737DA1F-C0D1-461A-9A19-B8BF710FD8BF}" sibTransId="{800224AA-0B2A-4702-AAEA-EDA069C831C5}"/>
    <dgm:cxn modelId="{D110BAE2-7682-411B-8FE7-C7CCB9196DEB}" type="presOf" srcId="{C3569725-7924-4F1C-A462-33F475961408}" destId="{EE9DFE2E-D8B4-4529-8BEA-D96744C8B0F0}" srcOrd="0" destOrd="0" presId="urn:microsoft.com/office/officeart/2018/2/layout/IconLabelList"/>
    <dgm:cxn modelId="{D89B66E9-D1CB-4595-8070-D02C850EB03D}" type="presParOf" srcId="{CE2BD360-8617-4351-A764-1F4500AFAA7D}" destId="{4184B753-0A5B-405F-951D-FF6980677C5F}" srcOrd="0" destOrd="0" presId="urn:microsoft.com/office/officeart/2018/2/layout/IconLabelList"/>
    <dgm:cxn modelId="{BCA60D8A-C4AF-416F-A938-B06898F3D1DE}" type="presParOf" srcId="{4184B753-0A5B-405F-951D-FF6980677C5F}" destId="{4110F080-4E2D-4F38-8972-580324E1DAAA}" srcOrd="0" destOrd="0" presId="urn:microsoft.com/office/officeart/2018/2/layout/IconLabelList"/>
    <dgm:cxn modelId="{B26CB8AC-7995-413C-896A-53F1E44A995F}" type="presParOf" srcId="{4184B753-0A5B-405F-951D-FF6980677C5F}" destId="{E59DC88E-3E6B-4EFF-ADD2-039B9AF32EB9}" srcOrd="1" destOrd="0" presId="urn:microsoft.com/office/officeart/2018/2/layout/IconLabelList"/>
    <dgm:cxn modelId="{3149FF12-3EDE-496B-88C6-4C89D7D30035}" type="presParOf" srcId="{4184B753-0A5B-405F-951D-FF6980677C5F}" destId="{EE9DFE2E-D8B4-4529-8BEA-D96744C8B0F0}" srcOrd="2" destOrd="0" presId="urn:microsoft.com/office/officeart/2018/2/layout/IconLabelList"/>
    <dgm:cxn modelId="{370947F1-7EA0-4104-A43A-C835DAEB57C9}" type="presParOf" srcId="{CE2BD360-8617-4351-A764-1F4500AFAA7D}" destId="{DFD8D9F3-1BF9-43C3-8D8C-6DF200B7B861}" srcOrd="1" destOrd="0" presId="urn:microsoft.com/office/officeart/2018/2/layout/IconLabelList"/>
    <dgm:cxn modelId="{FFFB6E94-3639-454F-9F91-19833CDA0154}" type="presParOf" srcId="{CE2BD360-8617-4351-A764-1F4500AFAA7D}" destId="{D285B513-F872-4DA6-A004-F4CE4A2B7B71}" srcOrd="2" destOrd="0" presId="urn:microsoft.com/office/officeart/2018/2/layout/IconLabelList"/>
    <dgm:cxn modelId="{67AF3A9D-C9C1-4F99-95F6-859B667DA7F2}" type="presParOf" srcId="{D285B513-F872-4DA6-A004-F4CE4A2B7B71}" destId="{2D5C9117-99DA-4D46-AA4B-2644A68ACA96}" srcOrd="0" destOrd="0" presId="urn:microsoft.com/office/officeart/2018/2/layout/IconLabelList"/>
    <dgm:cxn modelId="{F12B378A-FDFE-4ACB-99D8-85BE09DCA598}" type="presParOf" srcId="{D285B513-F872-4DA6-A004-F4CE4A2B7B71}" destId="{8ADE015B-AC59-4474-A917-41ACF21E67FD}" srcOrd="1" destOrd="0" presId="urn:microsoft.com/office/officeart/2018/2/layout/IconLabelList"/>
    <dgm:cxn modelId="{47FE4A77-D655-46D4-A6D1-5C85BF3734C2}" type="presParOf" srcId="{D285B513-F872-4DA6-A004-F4CE4A2B7B71}" destId="{445FE3BF-AFF2-4721-8604-3F09ED015EF3}" srcOrd="2" destOrd="0" presId="urn:microsoft.com/office/officeart/2018/2/layout/IconLabelList"/>
    <dgm:cxn modelId="{43FE618E-1321-4D2A-9484-BC7FDB02DDC7}" type="presParOf" srcId="{CE2BD360-8617-4351-A764-1F4500AFAA7D}" destId="{E5B9E397-C360-4B85-851F-284D5341552A}" srcOrd="3" destOrd="0" presId="urn:microsoft.com/office/officeart/2018/2/layout/IconLabelList"/>
    <dgm:cxn modelId="{E1F17417-D80D-4578-A936-2CB8A28DF6CA}" type="presParOf" srcId="{CE2BD360-8617-4351-A764-1F4500AFAA7D}" destId="{391EA9DA-9F29-4056-8878-6ACD8D5C9580}" srcOrd="4" destOrd="0" presId="urn:microsoft.com/office/officeart/2018/2/layout/IconLabelList"/>
    <dgm:cxn modelId="{5344F9BD-C8CA-4BA6-9319-83CE8BF8A348}" type="presParOf" srcId="{391EA9DA-9F29-4056-8878-6ACD8D5C9580}" destId="{0E37EF08-C2E3-41D6-B5B2-C928BBFE1E24}" srcOrd="0" destOrd="0" presId="urn:microsoft.com/office/officeart/2018/2/layout/IconLabelList"/>
    <dgm:cxn modelId="{F60D89E2-9551-4E86-8043-CEAF5F45DA36}" type="presParOf" srcId="{391EA9DA-9F29-4056-8878-6ACD8D5C9580}" destId="{622E84BC-1B14-4658-830D-9E8AC8E7B4A5}" srcOrd="1" destOrd="0" presId="urn:microsoft.com/office/officeart/2018/2/layout/IconLabelList"/>
    <dgm:cxn modelId="{75C23848-BAAE-490F-B599-42EA80E56A36}" type="presParOf" srcId="{391EA9DA-9F29-4056-8878-6ACD8D5C9580}" destId="{D0C0DE32-FBD7-4182-B631-A681D0AE2DAF}" srcOrd="2" destOrd="0" presId="urn:microsoft.com/office/officeart/2018/2/layout/IconLabelList"/>
    <dgm:cxn modelId="{E805933C-4D2C-4E6F-94FF-D7BA5A028E82}" type="presParOf" srcId="{CE2BD360-8617-4351-A764-1F4500AFAA7D}" destId="{D8B3C1DF-22C5-4722-9781-88187BDA5F48}" srcOrd="5" destOrd="0" presId="urn:microsoft.com/office/officeart/2018/2/layout/IconLabelList"/>
    <dgm:cxn modelId="{EC040781-89DD-4E91-A677-1E4BB6D3A901}" type="presParOf" srcId="{CE2BD360-8617-4351-A764-1F4500AFAA7D}" destId="{A7EE91C7-12F7-434E-BA0E-C07F41CFBD22}" srcOrd="6" destOrd="0" presId="urn:microsoft.com/office/officeart/2018/2/layout/IconLabelList"/>
    <dgm:cxn modelId="{E28B5B08-FB6D-4394-A1E7-815E6A6F891D}" type="presParOf" srcId="{A7EE91C7-12F7-434E-BA0E-C07F41CFBD22}" destId="{7008A1B6-C55A-4128-BFC3-4FD3BC5BA8C7}" srcOrd="0" destOrd="0" presId="urn:microsoft.com/office/officeart/2018/2/layout/IconLabelList"/>
    <dgm:cxn modelId="{AF504C2F-B8AC-465B-A809-95FD65A8DEDF}" type="presParOf" srcId="{A7EE91C7-12F7-434E-BA0E-C07F41CFBD22}" destId="{BA67177F-2E2E-4D04-8DC5-8445CF147960}" srcOrd="1" destOrd="0" presId="urn:microsoft.com/office/officeart/2018/2/layout/IconLabelList"/>
    <dgm:cxn modelId="{C36A0701-DBA3-4471-9C38-1C93C39F07FD}" type="presParOf" srcId="{A7EE91C7-12F7-434E-BA0E-C07F41CFBD22}" destId="{45CB3769-C5BC-45BF-8DC2-45D48797C4FC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AF7418D0-14FE-4C46-8E9C-39E1C95E8B00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CA"/>
        </a:p>
      </dgm:t>
    </dgm:pt>
    <dgm:pt modelId="{CF044E59-7921-4A9E-B906-741A3DE28DCA}">
      <dgm:prSet phldrT="[Text]"/>
      <dgm:spPr/>
      <dgm:t>
        <a:bodyPr/>
        <a:lstStyle/>
        <a:p>
          <a:pPr>
            <a:lnSpc>
              <a:spcPct val="100000"/>
            </a:lnSpc>
          </a:pPr>
          <a:r>
            <a:rPr lang="en-CA" b="1" dirty="0"/>
            <a:t>Core Tables: </a:t>
          </a:r>
        </a:p>
        <a:p>
          <a:pPr>
            <a:lnSpc>
              <a:spcPct val="100000"/>
            </a:lnSpc>
          </a:pPr>
          <a:r>
            <a:rPr lang="en-CA" dirty="0"/>
            <a:t>Pet, Adopter</a:t>
          </a:r>
        </a:p>
      </dgm:t>
    </dgm:pt>
    <dgm:pt modelId="{816D461D-3F4C-4EC2-9D91-31E6FC322F4B}" type="parTrans" cxnId="{B2A108A7-B5CB-479F-9228-8102494376D7}">
      <dgm:prSet/>
      <dgm:spPr/>
      <dgm:t>
        <a:bodyPr/>
        <a:lstStyle/>
        <a:p>
          <a:endParaRPr lang="en-CA"/>
        </a:p>
      </dgm:t>
    </dgm:pt>
    <dgm:pt modelId="{F61CBE40-63B5-4776-878A-42B7791C58EA}" type="sibTrans" cxnId="{B2A108A7-B5CB-479F-9228-8102494376D7}">
      <dgm:prSet/>
      <dgm:spPr/>
      <dgm:t>
        <a:bodyPr/>
        <a:lstStyle/>
        <a:p>
          <a:endParaRPr lang="en-CA"/>
        </a:p>
      </dgm:t>
    </dgm:pt>
    <dgm:pt modelId="{5DBB575B-1C61-4BDB-ABA3-E85B56A9069C}">
      <dgm:prSet phldrT="[Text]"/>
      <dgm:spPr/>
      <dgm:t>
        <a:bodyPr/>
        <a:lstStyle/>
        <a:p>
          <a:pPr>
            <a:lnSpc>
              <a:spcPct val="100000"/>
            </a:lnSpc>
          </a:pPr>
          <a:r>
            <a:rPr lang="en-CA" b="1" dirty="0"/>
            <a:t>Process Tables: </a:t>
          </a:r>
          <a:r>
            <a:rPr lang="en-CA" dirty="0"/>
            <a:t>AdoptionApplication, AdoptionRecord </a:t>
          </a:r>
        </a:p>
      </dgm:t>
    </dgm:pt>
    <dgm:pt modelId="{4CBF237C-983D-428E-946B-E30E120885A0}" type="parTrans" cxnId="{570F9574-B00C-4F3D-88A3-643F17AEDA9F}">
      <dgm:prSet/>
      <dgm:spPr/>
      <dgm:t>
        <a:bodyPr/>
        <a:lstStyle/>
        <a:p>
          <a:endParaRPr lang="en-CA"/>
        </a:p>
      </dgm:t>
    </dgm:pt>
    <dgm:pt modelId="{1D366CF7-AFCF-4DF0-A5E7-54DBB30E43FE}" type="sibTrans" cxnId="{570F9574-B00C-4F3D-88A3-643F17AEDA9F}">
      <dgm:prSet/>
      <dgm:spPr/>
      <dgm:t>
        <a:bodyPr/>
        <a:lstStyle/>
        <a:p>
          <a:endParaRPr lang="en-CA"/>
        </a:p>
      </dgm:t>
    </dgm:pt>
    <dgm:pt modelId="{EAD05238-B5FE-4183-90C7-2B7F1DA6E619}">
      <dgm:prSet phldrT="[Text]"/>
      <dgm:spPr/>
      <dgm:t>
        <a:bodyPr/>
        <a:lstStyle/>
        <a:p>
          <a:pPr>
            <a:lnSpc>
              <a:spcPct val="100000"/>
            </a:lnSpc>
          </a:pPr>
          <a:r>
            <a:rPr lang="en-CA" b="1" dirty="0"/>
            <a:t>Supporting Table: </a:t>
          </a:r>
          <a:r>
            <a:rPr lang="en-CA" dirty="0"/>
            <a:t>Shelter</a:t>
          </a:r>
        </a:p>
      </dgm:t>
    </dgm:pt>
    <dgm:pt modelId="{993735DC-38B2-461D-8938-C9A14F44C485}" type="parTrans" cxnId="{E0F973C4-154C-4ADE-925A-CD393C66D876}">
      <dgm:prSet/>
      <dgm:spPr/>
      <dgm:t>
        <a:bodyPr/>
        <a:lstStyle/>
        <a:p>
          <a:endParaRPr lang="en-CA"/>
        </a:p>
      </dgm:t>
    </dgm:pt>
    <dgm:pt modelId="{8B6C0E70-FA01-486E-BABA-E39D36B66E22}" type="sibTrans" cxnId="{E0F973C4-154C-4ADE-925A-CD393C66D876}">
      <dgm:prSet/>
      <dgm:spPr/>
      <dgm:t>
        <a:bodyPr/>
        <a:lstStyle/>
        <a:p>
          <a:endParaRPr lang="en-CA"/>
        </a:p>
      </dgm:t>
    </dgm:pt>
    <dgm:pt modelId="{DD90FCF5-F18E-403A-A3C0-2629FE0F118E}" type="pres">
      <dgm:prSet presAssocID="{AF7418D0-14FE-4C46-8E9C-39E1C95E8B00}" presName="root" presStyleCnt="0">
        <dgm:presLayoutVars>
          <dgm:dir/>
          <dgm:resizeHandles val="exact"/>
        </dgm:presLayoutVars>
      </dgm:prSet>
      <dgm:spPr/>
    </dgm:pt>
    <dgm:pt modelId="{5735C5BC-95DB-4C0D-962C-1B6ABE1E62ED}" type="pres">
      <dgm:prSet presAssocID="{CF044E59-7921-4A9E-B906-741A3DE28DCA}" presName="compNode" presStyleCnt="0"/>
      <dgm:spPr/>
    </dgm:pt>
    <dgm:pt modelId="{DE8A5ACF-6980-4760-B4AB-7B36C621C460}" type="pres">
      <dgm:prSet presAssocID="{CF044E59-7921-4A9E-B906-741A3DE28DCA}" presName="bgRect" presStyleLbl="bgShp" presStyleIdx="0" presStyleCnt="3"/>
      <dgm:spPr/>
    </dgm:pt>
    <dgm:pt modelId="{B75948E5-7351-431C-B70E-80C81ACF3E3F}" type="pres">
      <dgm:prSet presAssocID="{CF044E59-7921-4A9E-B906-741A3DE28DCA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t"/>
        </a:ext>
      </dgm:extLst>
    </dgm:pt>
    <dgm:pt modelId="{BE1853F1-2F65-45D8-8B3F-582A1C1D5B83}" type="pres">
      <dgm:prSet presAssocID="{CF044E59-7921-4A9E-B906-741A3DE28DCA}" presName="spaceRect" presStyleCnt="0"/>
      <dgm:spPr/>
    </dgm:pt>
    <dgm:pt modelId="{F2897E56-7EFD-47AA-8060-CD8426FDBF63}" type="pres">
      <dgm:prSet presAssocID="{CF044E59-7921-4A9E-B906-741A3DE28DCA}" presName="parTx" presStyleLbl="revTx" presStyleIdx="0" presStyleCnt="3">
        <dgm:presLayoutVars>
          <dgm:chMax val="0"/>
          <dgm:chPref val="0"/>
        </dgm:presLayoutVars>
      </dgm:prSet>
      <dgm:spPr/>
    </dgm:pt>
    <dgm:pt modelId="{6991466A-6CC1-406D-8FC7-0E422071ABB1}" type="pres">
      <dgm:prSet presAssocID="{F61CBE40-63B5-4776-878A-42B7791C58EA}" presName="sibTrans" presStyleCnt="0"/>
      <dgm:spPr/>
    </dgm:pt>
    <dgm:pt modelId="{791DC641-A575-4C12-AB7D-41312B74E2C7}" type="pres">
      <dgm:prSet presAssocID="{5DBB575B-1C61-4BDB-ABA3-E85B56A9069C}" presName="compNode" presStyleCnt="0"/>
      <dgm:spPr/>
    </dgm:pt>
    <dgm:pt modelId="{B2FF44F6-7104-43D6-AEBE-10D4B70F6891}" type="pres">
      <dgm:prSet presAssocID="{5DBB575B-1C61-4BDB-ABA3-E85B56A9069C}" presName="bgRect" presStyleLbl="bgShp" presStyleIdx="1" presStyleCnt="3"/>
      <dgm:spPr/>
    </dgm:pt>
    <dgm:pt modelId="{721CE820-3DCA-450C-BB2D-DE818B8833C5}" type="pres">
      <dgm:prSet presAssocID="{5DBB575B-1C61-4BDB-ABA3-E85B56A9069C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ble"/>
        </a:ext>
      </dgm:extLst>
    </dgm:pt>
    <dgm:pt modelId="{8880A9CD-0011-4DFE-AECC-0D133C8BD9CA}" type="pres">
      <dgm:prSet presAssocID="{5DBB575B-1C61-4BDB-ABA3-E85B56A9069C}" presName="spaceRect" presStyleCnt="0"/>
      <dgm:spPr/>
    </dgm:pt>
    <dgm:pt modelId="{81865AC0-4C18-410D-8441-73F3749AC55C}" type="pres">
      <dgm:prSet presAssocID="{5DBB575B-1C61-4BDB-ABA3-E85B56A9069C}" presName="parTx" presStyleLbl="revTx" presStyleIdx="1" presStyleCnt="3">
        <dgm:presLayoutVars>
          <dgm:chMax val="0"/>
          <dgm:chPref val="0"/>
        </dgm:presLayoutVars>
      </dgm:prSet>
      <dgm:spPr/>
    </dgm:pt>
    <dgm:pt modelId="{C751F91B-6C06-4B1D-A160-33C819108F88}" type="pres">
      <dgm:prSet presAssocID="{1D366CF7-AFCF-4DF0-A5E7-54DBB30E43FE}" presName="sibTrans" presStyleCnt="0"/>
      <dgm:spPr/>
    </dgm:pt>
    <dgm:pt modelId="{B77FFDC4-96EA-4FDC-8944-F739DF0E4BDB}" type="pres">
      <dgm:prSet presAssocID="{EAD05238-B5FE-4183-90C7-2B7F1DA6E619}" presName="compNode" presStyleCnt="0"/>
      <dgm:spPr/>
    </dgm:pt>
    <dgm:pt modelId="{D26F705D-7F68-4B0B-9D4D-16291F8D8ECF}" type="pres">
      <dgm:prSet presAssocID="{EAD05238-B5FE-4183-90C7-2B7F1DA6E619}" presName="bgRect" presStyleLbl="bgShp" presStyleIdx="2" presStyleCnt="3"/>
      <dgm:spPr/>
    </dgm:pt>
    <dgm:pt modelId="{2F130F3C-C58A-4A9F-82D2-7118AD51BD55}" type="pres">
      <dgm:prSet presAssocID="{EAD05238-B5FE-4183-90C7-2B7F1DA6E619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ent"/>
        </a:ext>
      </dgm:extLst>
    </dgm:pt>
    <dgm:pt modelId="{A4C0CC49-C82E-4E43-ACD4-2E6184B3426E}" type="pres">
      <dgm:prSet presAssocID="{EAD05238-B5FE-4183-90C7-2B7F1DA6E619}" presName="spaceRect" presStyleCnt="0"/>
      <dgm:spPr/>
    </dgm:pt>
    <dgm:pt modelId="{DE6F5AE2-76D2-45C1-A7BD-DEF62CF994EB}" type="pres">
      <dgm:prSet presAssocID="{EAD05238-B5FE-4183-90C7-2B7F1DA6E619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95DBDC05-AFF9-4FDE-8E0F-7D8A42CBC42F}" type="presOf" srcId="{5DBB575B-1C61-4BDB-ABA3-E85B56A9069C}" destId="{81865AC0-4C18-410D-8441-73F3749AC55C}" srcOrd="0" destOrd="0" presId="urn:microsoft.com/office/officeart/2018/2/layout/IconVerticalSolidList"/>
    <dgm:cxn modelId="{92CD6B4E-B33A-48B0-8E20-CE47E2988A11}" type="presOf" srcId="{CF044E59-7921-4A9E-B906-741A3DE28DCA}" destId="{F2897E56-7EFD-47AA-8060-CD8426FDBF63}" srcOrd="0" destOrd="0" presId="urn:microsoft.com/office/officeart/2018/2/layout/IconVerticalSolidList"/>
    <dgm:cxn modelId="{570F9574-B00C-4F3D-88A3-643F17AEDA9F}" srcId="{AF7418D0-14FE-4C46-8E9C-39E1C95E8B00}" destId="{5DBB575B-1C61-4BDB-ABA3-E85B56A9069C}" srcOrd="1" destOrd="0" parTransId="{4CBF237C-983D-428E-946B-E30E120885A0}" sibTransId="{1D366CF7-AFCF-4DF0-A5E7-54DBB30E43FE}"/>
    <dgm:cxn modelId="{F99E2787-CD22-4FAE-83A9-90A6E9CA17F8}" type="presOf" srcId="{AF7418D0-14FE-4C46-8E9C-39E1C95E8B00}" destId="{DD90FCF5-F18E-403A-A3C0-2629FE0F118E}" srcOrd="0" destOrd="0" presId="urn:microsoft.com/office/officeart/2018/2/layout/IconVerticalSolidList"/>
    <dgm:cxn modelId="{B2A108A7-B5CB-479F-9228-8102494376D7}" srcId="{AF7418D0-14FE-4C46-8E9C-39E1C95E8B00}" destId="{CF044E59-7921-4A9E-B906-741A3DE28DCA}" srcOrd="0" destOrd="0" parTransId="{816D461D-3F4C-4EC2-9D91-31E6FC322F4B}" sibTransId="{F61CBE40-63B5-4776-878A-42B7791C58EA}"/>
    <dgm:cxn modelId="{E0F973C4-154C-4ADE-925A-CD393C66D876}" srcId="{AF7418D0-14FE-4C46-8E9C-39E1C95E8B00}" destId="{EAD05238-B5FE-4183-90C7-2B7F1DA6E619}" srcOrd="2" destOrd="0" parTransId="{993735DC-38B2-461D-8938-C9A14F44C485}" sibTransId="{8B6C0E70-FA01-486E-BABA-E39D36B66E22}"/>
    <dgm:cxn modelId="{6DC406DA-2F34-433B-9F32-882D6B68350C}" type="presOf" srcId="{EAD05238-B5FE-4183-90C7-2B7F1DA6E619}" destId="{DE6F5AE2-76D2-45C1-A7BD-DEF62CF994EB}" srcOrd="0" destOrd="0" presId="urn:microsoft.com/office/officeart/2018/2/layout/IconVerticalSolidList"/>
    <dgm:cxn modelId="{F0C4D417-5AF0-4E66-9B6B-33EEE87FFC3A}" type="presParOf" srcId="{DD90FCF5-F18E-403A-A3C0-2629FE0F118E}" destId="{5735C5BC-95DB-4C0D-962C-1B6ABE1E62ED}" srcOrd="0" destOrd="0" presId="urn:microsoft.com/office/officeart/2018/2/layout/IconVerticalSolidList"/>
    <dgm:cxn modelId="{378BF350-191A-4514-BC7E-F4D38E00CB15}" type="presParOf" srcId="{5735C5BC-95DB-4C0D-962C-1B6ABE1E62ED}" destId="{DE8A5ACF-6980-4760-B4AB-7B36C621C460}" srcOrd="0" destOrd="0" presId="urn:microsoft.com/office/officeart/2018/2/layout/IconVerticalSolidList"/>
    <dgm:cxn modelId="{BF26D8B3-6182-4F61-A1DC-392193726C1A}" type="presParOf" srcId="{5735C5BC-95DB-4C0D-962C-1B6ABE1E62ED}" destId="{B75948E5-7351-431C-B70E-80C81ACF3E3F}" srcOrd="1" destOrd="0" presId="urn:microsoft.com/office/officeart/2018/2/layout/IconVerticalSolidList"/>
    <dgm:cxn modelId="{30974BE3-056C-40C8-A6F1-B165A3AFC62C}" type="presParOf" srcId="{5735C5BC-95DB-4C0D-962C-1B6ABE1E62ED}" destId="{BE1853F1-2F65-45D8-8B3F-582A1C1D5B83}" srcOrd="2" destOrd="0" presId="urn:microsoft.com/office/officeart/2018/2/layout/IconVerticalSolidList"/>
    <dgm:cxn modelId="{57C749D7-C363-4377-ADFC-78B348D77CB0}" type="presParOf" srcId="{5735C5BC-95DB-4C0D-962C-1B6ABE1E62ED}" destId="{F2897E56-7EFD-47AA-8060-CD8426FDBF63}" srcOrd="3" destOrd="0" presId="urn:microsoft.com/office/officeart/2018/2/layout/IconVerticalSolidList"/>
    <dgm:cxn modelId="{11A9452C-D3AE-4CA3-9F75-C1B6178998EE}" type="presParOf" srcId="{DD90FCF5-F18E-403A-A3C0-2629FE0F118E}" destId="{6991466A-6CC1-406D-8FC7-0E422071ABB1}" srcOrd="1" destOrd="0" presId="urn:microsoft.com/office/officeart/2018/2/layout/IconVerticalSolidList"/>
    <dgm:cxn modelId="{F3B3F8EE-70E4-4D80-B5AF-9207510D22C5}" type="presParOf" srcId="{DD90FCF5-F18E-403A-A3C0-2629FE0F118E}" destId="{791DC641-A575-4C12-AB7D-41312B74E2C7}" srcOrd="2" destOrd="0" presId="urn:microsoft.com/office/officeart/2018/2/layout/IconVerticalSolidList"/>
    <dgm:cxn modelId="{EACD5937-BCF9-446F-86F9-6B353A917A5E}" type="presParOf" srcId="{791DC641-A575-4C12-AB7D-41312B74E2C7}" destId="{B2FF44F6-7104-43D6-AEBE-10D4B70F6891}" srcOrd="0" destOrd="0" presId="urn:microsoft.com/office/officeart/2018/2/layout/IconVerticalSolidList"/>
    <dgm:cxn modelId="{9CF12173-5700-4345-BC76-ABB6C06A392B}" type="presParOf" srcId="{791DC641-A575-4C12-AB7D-41312B74E2C7}" destId="{721CE820-3DCA-450C-BB2D-DE818B8833C5}" srcOrd="1" destOrd="0" presId="urn:microsoft.com/office/officeart/2018/2/layout/IconVerticalSolidList"/>
    <dgm:cxn modelId="{760C61E6-3B71-476A-A43F-F74C71CE4379}" type="presParOf" srcId="{791DC641-A575-4C12-AB7D-41312B74E2C7}" destId="{8880A9CD-0011-4DFE-AECC-0D133C8BD9CA}" srcOrd="2" destOrd="0" presId="urn:microsoft.com/office/officeart/2018/2/layout/IconVerticalSolidList"/>
    <dgm:cxn modelId="{29B06A36-B2E3-4936-9A8E-366C4C193626}" type="presParOf" srcId="{791DC641-A575-4C12-AB7D-41312B74E2C7}" destId="{81865AC0-4C18-410D-8441-73F3749AC55C}" srcOrd="3" destOrd="0" presId="urn:microsoft.com/office/officeart/2018/2/layout/IconVerticalSolidList"/>
    <dgm:cxn modelId="{E1C21D6C-4E09-4154-AEFF-E0DB13563EAB}" type="presParOf" srcId="{DD90FCF5-F18E-403A-A3C0-2629FE0F118E}" destId="{C751F91B-6C06-4B1D-A160-33C819108F88}" srcOrd="3" destOrd="0" presId="urn:microsoft.com/office/officeart/2018/2/layout/IconVerticalSolidList"/>
    <dgm:cxn modelId="{E1281342-F688-4660-9EC1-A97E7714741E}" type="presParOf" srcId="{DD90FCF5-F18E-403A-A3C0-2629FE0F118E}" destId="{B77FFDC4-96EA-4FDC-8944-F739DF0E4BDB}" srcOrd="4" destOrd="0" presId="urn:microsoft.com/office/officeart/2018/2/layout/IconVerticalSolidList"/>
    <dgm:cxn modelId="{76FB7CCA-4C2E-4948-89FA-1ADEC92AD9D5}" type="presParOf" srcId="{B77FFDC4-96EA-4FDC-8944-F739DF0E4BDB}" destId="{D26F705D-7F68-4B0B-9D4D-16291F8D8ECF}" srcOrd="0" destOrd="0" presId="urn:microsoft.com/office/officeart/2018/2/layout/IconVerticalSolidList"/>
    <dgm:cxn modelId="{A8C98C74-7FB8-4BFB-A237-2E905016EFD5}" type="presParOf" srcId="{B77FFDC4-96EA-4FDC-8944-F739DF0E4BDB}" destId="{2F130F3C-C58A-4A9F-82D2-7118AD51BD55}" srcOrd="1" destOrd="0" presId="urn:microsoft.com/office/officeart/2018/2/layout/IconVerticalSolidList"/>
    <dgm:cxn modelId="{3B1C9E30-731E-40DC-819E-5D18150CCE39}" type="presParOf" srcId="{B77FFDC4-96EA-4FDC-8944-F739DF0E4BDB}" destId="{A4C0CC49-C82E-4E43-ACD4-2E6184B3426E}" srcOrd="2" destOrd="0" presId="urn:microsoft.com/office/officeart/2018/2/layout/IconVerticalSolidList"/>
    <dgm:cxn modelId="{41AFDC57-E480-49A1-A961-649DD522E531}" type="presParOf" srcId="{B77FFDC4-96EA-4FDC-8944-F739DF0E4BDB}" destId="{DE6F5AE2-76D2-45C1-A7BD-DEF62CF994E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9769C051-A451-40E6-8B35-6DA55EEB1869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F5D37FE3-C19C-4F35-8E6A-96D697B264C4}">
      <dgm:prSet/>
      <dgm:spPr/>
      <dgm:t>
        <a:bodyPr/>
        <a:lstStyle/>
        <a:p>
          <a:r>
            <a:rPr lang="en-US" b="0" i="0"/>
            <a:t>Validation for pet availability</a:t>
          </a:r>
          <a:endParaRPr lang="en-US"/>
        </a:p>
      </dgm:t>
    </dgm:pt>
    <dgm:pt modelId="{702280F9-CC7E-4617-A3DB-C8B92D1C86B3}" type="parTrans" cxnId="{15A04697-2FD6-4DAC-881E-994EBC184018}">
      <dgm:prSet/>
      <dgm:spPr/>
      <dgm:t>
        <a:bodyPr/>
        <a:lstStyle/>
        <a:p>
          <a:endParaRPr lang="en-US"/>
        </a:p>
      </dgm:t>
    </dgm:pt>
    <dgm:pt modelId="{9826F885-3BBF-4E64-9134-A44FFA721D22}" type="sibTrans" cxnId="{15A04697-2FD6-4DAC-881E-994EBC184018}">
      <dgm:prSet/>
      <dgm:spPr/>
      <dgm:t>
        <a:bodyPr/>
        <a:lstStyle/>
        <a:p>
          <a:endParaRPr lang="en-US"/>
        </a:p>
      </dgm:t>
    </dgm:pt>
    <dgm:pt modelId="{C9E76239-D879-4A07-BEDA-A2828B795881}">
      <dgm:prSet/>
      <dgm:spPr/>
      <dgm:t>
        <a:bodyPr/>
        <a:lstStyle/>
        <a:p>
          <a:r>
            <a:rPr lang="en-US" b="0" i="0"/>
            <a:t>Dynamic ID generation</a:t>
          </a:r>
          <a:endParaRPr lang="en-US"/>
        </a:p>
      </dgm:t>
    </dgm:pt>
    <dgm:pt modelId="{20ADBEE6-DB07-424D-A041-567A5B8B6A6D}" type="parTrans" cxnId="{73D7D584-9C4A-4D4C-A7A5-3A8B8941C555}">
      <dgm:prSet/>
      <dgm:spPr/>
      <dgm:t>
        <a:bodyPr/>
        <a:lstStyle/>
        <a:p>
          <a:endParaRPr lang="en-US"/>
        </a:p>
      </dgm:t>
    </dgm:pt>
    <dgm:pt modelId="{BC34209E-A06D-4EC3-9623-59BEB247F0A5}" type="sibTrans" cxnId="{73D7D584-9C4A-4D4C-A7A5-3A8B8941C555}">
      <dgm:prSet/>
      <dgm:spPr/>
      <dgm:t>
        <a:bodyPr/>
        <a:lstStyle/>
        <a:p>
          <a:endParaRPr lang="en-US"/>
        </a:p>
      </dgm:t>
    </dgm:pt>
    <dgm:pt modelId="{03B9B763-F486-4A75-A228-9EAF4336A81D}">
      <dgm:prSet/>
      <dgm:spPr/>
      <dgm:t>
        <a:bodyPr/>
        <a:lstStyle/>
        <a:p>
          <a:r>
            <a:rPr lang="en-US" b="0" i="0"/>
            <a:t>Reset functionality for reuse</a:t>
          </a:r>
          <a:endParaRPr lang="en-US"/>
        </a:p>
      </dgm:t>
    </dgm:pt>
    <dgm:pt modelId="{F9DF4F3D-3BF7-4823-8DEA-6081351EB172}" type="parTrans" cxnId="{3899E5EF-8AEF-4142-8F6F-6E3033FAC04A}">
      <dgm:prSet/>
      <dgm:spPr/>
      <dgm:t>
        <a:bodyPr/>
        <a:lstStyle/>
        <a:p>
          <a:endParaRPr lang="en-US"/>
        </a:p>
      </dgm:t>
    </dgm:pt>
    <dgm:pt modelId="{191C85D5-E63B-4F88-AE10-ABB6C9BCFF8F}" type="sibTrans" cxnId="{3899E5EF-8AEF-4142-8F6F-6E3033FAC04A}">
      <dgm:prSet/>
      <dgm:spPr/>
      <dgm:t>
        <a:bodyPr/>
        <a:lstStyle/>
        <a:p>
          <a:endParaRPr lang="en-US"/>
        </a:p>
      </dgm:t>
    </dgm:pt>
    <dgm:pt modelId="{8633B266-3C57-409E-9518-09A391D329D8}">
      <dgm:prSet/>
      <dgm:spPr/>
      <dgm:t>
        <a:bodyPr/>
        <a:lstStyle/>
        <a:p>
          <a:r>
            <a:rPr lang="en-US" b="0" i="0"/>
            <a:t>Handles individual records effectively</a:t>
          </a:r>
          <a:endParaRPr lang="en-US"/>
        </a:p>
      </dgm:t>
    </dgm:pt>
    <dgm:pt modelId="{A1C2F3E5-49CE-49D0-A735-CF70C4D7AEE5}" type="parTrans" cxnId="{D576BA26-13C7-452F-9979-7516C3B8168E}">
      <dgm:prSet/>
      <dgm:spPr/>
      <dgm:t>
        <a:bodyPr/>
        <a:lstStyle/>
        <a:p>
          <a:endParaRPr lang="en-US"/>
        </a:p>
      </dgm:t>
    </dgm:pt>
    <dgm:pt modelId="{ED4B78A5-9324-4FF6-98AF-7A48DE1D5C9B}" type="sibTrans" cxnId="{D576BA26-13C7-452F-9979-7516C3B8168E}">
      <dgm:prSet/>
      <dgm:spPr/>
      <dgm:t>
        <a:bodyPr/>
        <a:lstStyle/>
        <a:p>
          <a:endParaRPr lang="en-US"/>
        </a:p>
      </dgm:t>
    </dgm:pt>
    <dgm:pt modelId="{0BB3D403-3FC2-4595-B16C-86019943E492}" type="pres">
      <dgm:prSet presAssocID="{9769C051-A451-40E6-8B35-6DA55EEB1869}" presName="root" presStyleCnt="0">
        <dgm:presLayoutVars>
          <dgm:dir/>
          <dgm:resizeHandles val="exact"/>
        </dgm:presLayoutVars>
      </dgm:prSet>
      <dgm:spPr/>
    </dgm:pt>
    <dgm:pt modelId="{9F63D55C-A6AE-4F55-9FD7-CDB7B9600AF9}" type="pres">
      <dgm:prSet presAssocID="{F5D37FE3-C19C-4F35-8E6A-96D697B264C4}" presName="compNode" presStyleCnt="0"/>
      <dgm:spPr/>
    </dgm:pt>
    <dgm:pt modelId="{31202301-95C4-452D-822B-C741B6415C53}" type="pres">
      <dgm:prSet presAssocID="{F5D37FE3-C19C-4F35-8E6A-96D697B264C4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44461DAB-E909-4D6B-ACBE-65E963BBC15C}" type="pres">
      <dgm:prSet presAssocID="{F5D37FE3-C19C-4F35-8E6A-96D697B264C4}" presName="spaceRect" presStyleCnt="0"/>
      <dgm:spPr/>
    </dgm:pt>
    <dgm:pt modelId="{3EB35924-2B39-4026-9B59-201394CBCA1A}" type="pres">
      <dgm:prSet presAssocID="{F5D37FE3-C19C-4F35-8E6A-96D697B264C4}" presName="textRect" presStyleLbl="revTx" presStyleIdx="0" presStyleCnt="4">
        <dgm:presLayoutVars>
          <dgm:chMax val="1"/>
          <dgm:chPref val="1"/>
        </dgm:presLayoutVars>
      </dgm:prSet>
      <dgm:spPr/>
    </dgm:pt>
    <dgm:pt modelId="{D1067C5A-F980-41E9-BA27-4997F87B95DB}" type="pres">
      <dgm:prSet presAssocID="{9826F885-3BBF-4E64-9134-A44FFA721D22}" presName="sibTrans" presStyleCnt="0"/>
      <dgm:spPr/>
    </dgm:pt>
    <dgm:pt modelId="{F6927C0A-1D98-4EE6-83E7-FD7CCF6E1C9A}" type="pres">
      <dgm:prSet presAssocID="{C9E76239-D879-4A07-BEDA-A2828B795881}" presName="compNode" presStyleCnt="0"/>
      <dgm:spPr/>
    </dgm:pt>
    <dgm:pt modelId="{C2D29F3A-04EB-45FF-BC2C-7464497C9EB7}" type="pres">
      <dgm:prSet presAssocID="{C9E76239-D879-4A07-BEDA-A2828B795881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CB95572B-CF14-4691-929E-192BCC557E4A}" type="pres">
      <dgm:prSet presAssocID="{C9E76239-D879-4A07-BEDA-A2828B795881}" presName="spaceRect" presStyleCnt="0"/>
      <dgm:spPr/>
    </dgm:pt>
    <dgm:pt modelId="{A215FE4B-D2BC-488B-9AA5-1C22ADBC143B}" type="pres">
      <dgm:prSet presAssocID="{C9E76239-D879-4A07-BEDA-A2828B795881}" presName="textRect" presStyleLbl="revTx" presStyleIdx="1" presStyleCnt="4">
        <dgm:presLayoutVars>
          <dgm:chMax val="1"/>
          <dgm:chPref val="1"/>
        </dgm:presLayoutVars>
      </dgm:prSet>
      <dgm:spPr/>
    </dgm:pt>
    <dgm:pt modelId="{FE618DE7-0D99-44CE-BC8A-33768FC85056}" type="pres">
      <dgm:prSet presAssocID="{BC34209E-A06D-4EC3-9623-59BEB247F0A5}" presName="sibTrans" presStyleCnt="0"/>
      <dgm:spPr/>
    </dgm:pt>
    <dgm:pt modelId="{88AC6AA1-F685-46DF-B32C-F01AF15DA6CB}" type="pres">
      <dgm:prSet presAssocID="{03B9B763-F486-4A75-A228-9EAF4336A81D}" presName="compNode" presStyleCnt="0"/>
      <dgm:spPr/>
    </dgm:pt>
    <dgm:pt modelId="{D214D9BF-16F6-4F4A-9A78-653952F372AE}" type="pres">
      <dgm:prSet presAssocID="{03B9B763-F486-4A75-A228-9EAF4336A81D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fresh"/>
        </a:ext>
      </dgm:extLst>
    </dgm:pt>
    <dgm:pt modelId="{CB3C9165-278A-4E5D-BD63-D4369669CC91}" type="pres">
      <dgm:prSet presAssocID="{03B9B763-F486-4A75-A228-9EAF4336A81D}" presName="spaceRect" presStyleCnt="0"/>
      <dgm:spPr/>
    </dgm:pt>
    <dgm:pt modelId="{23A42357-665E-4175-825F-A731B1CE5CDE}" type="pres">
      <dgm:prSet presAssocID="{03B9B763-F486-4A75-A228-9EAF4336A81D}" presName="textRect" presStyleLbl="revTx" presStyleIdx="2" presStyleCnt="4">
        <dgm:presLayoutVars>
          <dgm:chMax val="1"/>
          <dgm:chPref val="1"/>
        </dgm:presLayoutVars>
      </dgm:prSet>
      <dgm:spPr/>
    </dgm:pt>
    <dgm:pt modelId="{5C9BC1E4-0610-4839-BF32-2973B2FA627D}" type="pres">
      <dgm:prSet presAssocID="{191C85D5-E63B-4F88-AE10-ABB6C9BCFF8F}" presName="sibTrans" presStyleCnt="0"/>
      <dgm:spPr/>
    </dgm:pt>
    <dgm:pt modelId="{6A3CB904-E1D2-493A-88D0-70D2A9D5DC78}" type="pres">
      <dgm:prSet presAssocID="{8633B266-3C57-409E-9518-09A391D329D8}" presName="compNode" presStyleCnt="0"/>
      <dgm:spPr/>
    </dgm:pt>
    <dgm:pt modelId="{4F2C7C01-E49C-4CF0-A8B5-B00E5D300033}" type="pres">
      <dgm:prSet presAssocID="{8633B266-3C57-409E-9518-09A391D329D8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E3403F55-ECBF-444B-869D-5E8A927D84B6}" type="pres">
      <dgm:prSet presAssocID="{8633B266-3C57-409E-9518-09A391D329D8}" presName="spaceRect" presStyleCnt="0"/>
      <dgm:spPr/>
    </dgm:pt>
    <dgm:pt modelId="{0FC095EC-9E73-4562-A558-AF2C64E03374}" type="pres">
      <dgm:prSet presAssocID="{8633B266-3C57-409E-9518-09A391D329D8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A1499901-48BD-4545-821F-B5F584242519}" type="presOf" srcId="{C9E76239-D879-4A07-BEDA-A2828B795881}" destId="{A215FE4B-D2BC-488B-9AA5-1C22ADBC143B}" srcOrd="0" destOrd="0" presId="urn:microsoft.com/office/officeart/2018/2/layout/IconLabelList"/>
    <dgm:cxn modelId="{D576BA26-13C7-452F-9979-7516C3B8168E}" srcId="{9769C051-A451-40E6-8B35-6DA55EEB1869}" destId="{8633B266-3C57-409E-9518-09A391D329D8}" srcOrd="3" destOrd="0" parTransId="{A1C2F3E5-49CE-49D0-A735-CF70C4D7AEE5}" sibTransId="{ED4B78A5-9324-4FF6-98AF-7A48DE1D5C9B}"/>
    <dgm:cxn modelId="{6C3FF759-1B74-4854-954E-20DFC5E27F89}" type="presOf" srcId="{03B9B763-F486-4A75-A228-9EAF4336A81D}" destId="{23A42357-665E-4175-825F-A731B1CE5CDE}" srcOrd="0" destOrd="0" presId="urn:microsoft.com/office/officeart/2018/2/layout/IconLabelList"/>
    <dgm:cxn modelId="{73D7D584-9C4A-4D4C-A7A5-3A8B8941C555}" srcId="{9769C051-A451-40E6-8B35-6DA55EEB1869}" destId="{C9E76239-D879-4A07-BEDA-A2828B795881}" srcOrd="1" destOrd="0" parTransId="{20ADBEE6-DB07-424D-A041-567A5B8B6A6D}" sibTransId="{BC34209E-A06D-4EC3-9623-59BEB247F0A5}"/>
    <dgm:cxn modelId="{47FBCC91-ECB2-46CE-AE3D-02166580E934}" type="presOf" srcId="{F5D37FE3-C19C-4F35-8E6A-96D697B264C4}" destId="{3EB35924-2B39-4026-9B59-201394CBCA1A}" srcOrd="0" destOrd="0" presId="urn:microsoft.com/office/officeart/2018/2/layout/IconLabelList"/>
    <dgm:cxn modelId="{15A04697-2FD6-4DAC-881E-994EBC184018}" srcId="{9769C051-A451-40E6-8B35-6DA55EEB1869}" destId="{F5D37FE3-C19C-4F35-8E6A-96D697B264C4}" srcOrd="0" destOrd="0" parTransId="{702280F9-CC7E-4617-A3DB-C8B92D1C86B3}" sibTransId="{9826F885-3BBF-4E64-9134-A44FFA721D22}"/>
    <dgm:cxn modelId="{15CBADA1-6EEF-4178-9069-AB6309314987}" type="presOf" srcId="{8633B266-3C57-409E-9518-09A391D329D8}" destId="{0FC095EC-9E73-4562-A558-AF2C64E03374}" srcOrd="0" destOrd="0" presId="urn:microsoft.com/office/officeart/2018/2/layout/IconLabelList"/>
    <dgm:cxn modelId="{AA2EF5DE-9F71-493B-BCA0-9BE7F3A006B4}" type="presOf" srcId="{9769C051-A451-40E6-8B35-6DA55EEB1869}" destId="{0BB3D403-3FC2-4595-B16C-86019943E492}" srcOrd="0" destOrd="0" presId="urn:microsoft.com/office/officeart/2018/2/layout/IconLabelList"/>
    <dgm:cxn modelId="{3899E5EF-8AEF-4142-8F6F-6E3033FAC04A}" srcId="{9769C051-A451-40E6-8B35-6DA55EEB1869}" destId="{03B9B763-F486-4A75-A228-9EAF4336A81D}" srcOrd="2" destOrd="0" parTransId="{F9DF4F3D-3BF7-4823-8DEA-6081351EB172}" sibTransId="{191C85D5-E63B-4F88-AE10-ABB6C9BCFF8F}"/>
    <dgm:cxn modelId="{C5B968FA-C008-492E-BD48-FB03668D0DD3}" type="presParOf" srcId="{0BB3D403-3FC2-4595-B16C-86019943E492}" destId="{9F63D55C-A6AE-4F55-9FD7-CDB7B9600AF9}" srcOrd="0" destOrd="0" presId="urn:microsoft.com/office/officeart/2018/2/layout/IconLabelList"/>
    <dgm:cxn modelId="{6D2A132F-1E52-4F08-9EDA-9BDFB3F81E6D}" type="presParOf" srcId="{9F63D55C-A6AE-4F55-9FD7-CDB7B9600AF9}" destId="{31202301-95C4-452D-822B-C741B6415C53}" srcOrd="0" destOrd="0" presId="urn:microsoft.com/office/officeart/2018/2/layout/IconLabelList"/>
    <dgm:cxn modelId="{862CC2AA-8668-4102-AACD-50C877D7296A}" type="presParOf" srcId="{9F63D55C-A6AE-4F55-9FD7-CDB7B9600AF9}" destId="{44461DAB-E909-4D6B-ACBE-65E963BBC15C}" srcOrd="1" destOrd="0" presId="urn:microsoft.com/office/officeart/2018/2/layout/IconLabelList"/>
    <dgm:cxn modelId="{C2902E0F-8533-4E1A-ABF0-AF6AA2E5DD8B}" type="presParOf" srcId="{9F63D55C-A6AE-4F55-9FD7-CDB7B9600AF9}" destId="{3EB35924-2B39-4026-9B59-201394CBCA1A}" srcOrd="2" destOrd="0" presId="urn:microsoft.com/office/officeart/2018/2/layout/IconLabelList"/>
    <dgm:cxn modelId="{DD27C86E-BEA7-4263-BCA2-9CDECCF019B2}" type="presParOf" srcId="{0BB3D403-3FC2-4595-B16C-86019943E492}" destId="{D1067C5A-F980-41E9-BA27-4997F87B95DB}" srcOrd="1" destOrd="0" presId="urn:microsoft.com/office/officeart/2018/2/layout/IconLabelList"/>
    <dgm:cxn modelId="{3CFBCD64-B124-4AE0-9BB1-3A2F38DA729D}" type="presParOf" srcId="{0BB3D403-3FC2-4595-B16C-86019943E492}" destId="{F6927C0A-1D98-4EE6-83E7-FD7CCF6E1C9A}" srcOrd="2" destOrd="0" presId="urn:microsoft.com/office/officeart/2018/2/layout/IconLabelList"/>
    <dgm:cxn modelId="{67ED11AE-51D7-454B-999D-255ECEED1C66}" type="presParOf" srcId="{F6927C0A-1D98-4EE6-83E7-FD7CCF6E1C9A}" destId="{C2D29F3A-04EB-45FF-BC2C-7464497C9EB7}" srcOrd="0" destOrd="0" presId="urn:microsoft.com/office/officeart/2018/2/layout/IconLabelList"/>
    <dgm:cxn modelId="{C0758E87-666A-4937-A04A-3D475EF5FF02}" type="presParOf" srcId="{F6927C0A-1D98-4EE6-83E7-FD7CCF6E1C9A}" destId="{CB95572B-CF14-4691-929E-192BCC557E4A}" srcOrd="1" destOrd="0" presId="urn:microsoft.com/office/officeart/2018/2/layout/IconLabelList"/>
    <dgm:cxn modelId="{CCE14A4D-CE34-4CF3-B81C-04989F2491E3}" type="presParOf" srcId="{F6927C0A-1D98-4EE6-83E7-FD7CCF6E1C9A}" destId="{A215FE4B-D2BC-488B-9AA5-1C22ADBC143B}" srcOrd="2" destOrd="0" presId="urn:microsoft.com/office/officeart/2018/2/layout/IconLabelList"/>
    <dgm:cxn modelId="{4680C4C0-118F-4406-8ABF-D7FE0913C720}" type="presParOf" srcId="{0BB3D403-3FC2-4595-B16C-86019943E492}" destId="{FE618DE7-0D99-44CE-BC8A-33768FC85056}" srcOrd="3" destOrd="0" presId="urn:microsoft.com/office/officeart/2018/2/layout/IconLabelList"/>
    <dgm:cxn modelId="{26089574-98CB-4D16-8ACF-675F266E347F}" type="presParOf" srcId="{0BB3D403-3FC2-4595-B16C-86019943E492}" destId="{88AC6AA1-F685-46DF-B32C-F01AF15DA6CB}" srcOrd="4" destOrd="0" presId="urn:microsoft.com/office/officeart/2018/2/layout/IconLabelList"/>
    <dgm:cxn modelId="{A559C1FF-CDDE-4976-B83B-1E39FD5DA26B}" type="presParOf" srcId="{88AC6AA1-F685-46DF-B32C-F01AF15DA6CB}" destId="{D214D9BF-16F6-4F4A-9A78-653952F372AE}" srcOrd="0" destOrd="0" presId="urn:microsoft.com/office/officeart/2018/2/layout/IconLabelList"/>
    <dgm:cxn modelId="{B76452E1-1427-4DAA-BE97-A98A72751088}" type="presParOf" srcId="{88AC6AA1-F685-46DF-B32C-F01AF15DA6CB}" destId="{CB3C9165-278A-4E5D-BD63-D4369669CC91}" srcOrd="1" destOrd="0" presId="urn:microsoft.com/office/officeart/2018/2/layout/IconLabelList"/>
    <dgm:cxn modelId="{4337EACF-2AB7-43D9-9803-270B175DE1F4}" type="presParOf" srcId="{88AC6AA1-F685-46DF-B32C-F01AF15DA6CB}" destId="{23A42357-665E-4175-825F-A731B1CE5CDE}" srcOrd="2" destOrd="0" presId="urn:microsoft.com/office/officeart/2018/2/layout/IconLabelList"/>
    <dgm:cxn modelId="{842C732D-1FB6-4767-B998-21B0E7804477}" type="presParOf" srcId="{0BB3D403-3FC2-4595-B16C-86019943E492}" destId="{5C9BC1E4-0610-4839-BF32-2973B2FA627D}" srcOrd="5" destOrd="0" presId="urn:microsoft.com/office/officeart/2018/2/layout/IconLabelList"/>
    <dgm:cxn modelId="{77248535-5A43-4DF8-8481-48463480B9D3}" type="presParOf" srcId="{0BB3D403-3FC2-4595-B16C-86019943E492}" destId="{6A3CB904-E1D2-493A-88D0-70D2A9D5DC78}" srcOrd="6" destOrd="0" presId="urn:microsoft.com/office/officeart/2018/2/layout/IconLabelList"/>
    <dgm:cxn modelId="{E9FED03C-3935-4464-B7EC-9BE4D98397B4}" type="presParOf" srcId="{6A3CB904-E1D2-493A-88D0-70D2A9D5DC78}" destId="{4F2C7C01-E49C-4CF0-A8B5-B00E5D300033}" srcOrd="0" destOrd="0" presId="urn:microsoft.com/office/officeart/2018/2/layout/IconLabelList"/>
    <dgm:cxn modelId="{149486E0-E13C-4989-8BC3-6895D24DB9C8}" type="presParOf" srcId="{6A3CB904-E1D2-493A-88D0-70D2A9D5DC78}" destId="{E3403F55-ECBF-444B-869D-5E8A927D84B6}" srcOrd="1" destOrd="0" presId="urn:microsoft.com/office/officeart/2018/2/layout/IconLabelList"/>
    <dgm:cxn modelId="{24AE5FF5-A8BD-4DB0-8E4C-C849B7C0B3D5}" type="presParOf" srcId="{6A3CB904-E1D2-493A-88D0-70D2A9D5DC78}" destId="{0FC095EC-9E73-4562-A558-AF2C64E03374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ADB35C92-C9A3-4AD9-A16C-FA70199D9210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082B10C8-8FE8-4C68-BCEA-2E105609B2D1}">
      <dgm:prSet/>
      <dgm:spPr/>
      <dgm:t>
        <a:bodyPr/>
        <a:lstStyle/>
        <a:p>
          <a:pPr>
            <a:defRPr cap="all"/>
          </a:pPr>
          <a:r>
            <a:rPr lang="en-US" b="0" i="0"/>
            <a:t>System demonstrates SQL + Java integration</a:t>
          </a:r>
          <a:endParaRPr lang="en-US"/>
        </a:p>
      </dgm:t>
    </dgm:pt>
    <dgm:pt modelId="{E890ECAB-504E-4F45-95F4-7CBABE36475F}" type="parTrans" cxnId="{6A24D872-F04D-43F0-998C-DBB1B032E027}">
      <dgm:prSet/>
      <dgm:spPr/>
      <dgm:t>
        <a:bodyPr/>
        <a:lstStyle/>
        <a:p>
          <a:endParaRPr lang="en-US"/>
        </a:p>
      </dgm:t>
    </dgm:pt>
    <dgm:pt modelId="{7B52D4DC-1741-4E1A-B70D-6E526317A4AA}" type="sibTrans" cxnId="{6A24D872-F04D-43F0-998C-DBB1B032E027}">
      <dgm:prSet/>
      <dgm:spPr/>
      <dgm:t>
        <a:bodyPr/>
        <a:lstStyle/>
        <a:p>
          <a:endParaRPr lang="en-US"/>
        </a:p>
      </dgm:t>
    </dgm:pt>
    <dgm:pt modelId="{B1EBEE30-9C63-4527-BA53-0347754B4075}">
      <dgm:prSet/>
      <dgm:spPr/>
      <dgm:t>
        <a:bodyPr/>
        <a:lstStyle/>
        <a:p>
          <a:pPr>
            <a:defRPr cap="all"/>
          </a:pPr>
          <a:r>
            <a:rPr lang="en-US" b="0" i="0"/>
            <a:t>Efficient database design and operations</a:t>
          </a:r>
          <a:endParaRPr lang="en-US"/>
        </a:p>
      </dgm:t>
    </dgm:pt>
    <dgm:pt modelId="{CA58064A-ED05-4E48-BF10-1DA6795ECEE8}" type="parTrans" cxnId="{F6307B47-4817-4532-9901-59878608C700}">
      <dgm:prSet/>
      <dgm:spPr/>
      <dgm:t>
        <a:bodyPr/>
        <a:lstStyle/>
        <a:p>
          <a:endParaRPr lang="en-US"/>
        </a:p>
      </dgm:t>
    </dgm:pt>
    <dgm:pt modelId="{57A0B595-B89C-4BEF-B25E-1E5A6FA22C87}" type="sibTrans" cxnId="{F6307B47-4817-4532-9901-59878608C700}">
      <dgm:prSet/>
      <dgm:spPr/>
      <dgm:t>
        <a:bodyPr/>
        <a:lstStyle/>
        <a:p>
          <a:endParaRPr lang="en-US"/>
        </a:p>
      </dgm:t>
    </dgm:pt>
    <dgm:pt modelId="{2CF152B9-8272-440F-9E15-6068FD901F28}">
      <dgm:prSet/>
      <dgm:spPr/>
      <dgm:t>
        <a:bodyPr/>
        <a:lstStyle/>
        <a:p>
          <a:pPr>
            <a:defRPr cap="all"/>
          </a:pPr>
          <a:r>
            <a:rPr lang="en-US" b="0" i="0"/>
            <a:t>Real-time updates implemented successfully</a:t>
          </a:r>
          <a:endParaRPr lang="en-US"/>
        </a:p>
      </dgm:t>
    </dgm:pt>
    <dgm:pt modelId="{FFA0693D-BAA6-4972-8547-A924DF023F34}" type="parTrans" cxnId="{259F9BFE-B60E-40D2-878E-BA118B27D280}">
      <dgm:prSet/>
      <dgm:spPr/>
      <dgm:t>
        <a:bodyPr/>
        <a:lstStyle/>
        <a:p>
          <a:endParaRPr lang="en-US"/>
        </a:p>
      </dgm:t>
    </dgm:pt>
    <dgm:pt modelId="{6E3B5587-7F01-4DC4-BD2F-8B44843B50C5}" type="sibTrans" cxnId="{259F9BFE-B60E-40D2-878E-BA118B27D280}">
      <dgm:prSet/>
      <dgm:spPr/>
      <dgm:t>
        <a:bodyPr/>
        <a:lstStyle/>
        <a:p>
          <a:endParaRPr lang="en-US"/>
        </a:p>
      </dgm:t>
    </dgm:pt>
    <dgm:pt modelId="{EF8F800B-CC33-4DB6-B0A7-41B818E489AB}">
      <dgm:prSet/>
      <dgm:spPr/>
      <dgm:t>
        <a:bodyPr/>
        <a:lstStyle/>
        <a:p>
          <a:pPr>
            <a:defRPr cap="all"/>
          </a:pPr>
          <a:r>
            <a:rPr lang="en-US" b="0" i="0"/>
            <a:t>Ready for further improvements</a:t>
          </a:r>
          <a:endParaRPr lang="en-US"/>
        </a:p>
      </dgm:t>
    </dgm:pt>
    <dgm:pt modelId="{B1F351DD-9CAA-4240-B273-9C6CEE697D63}" type="parTrans" cxnId="{5BD33C1D-D94D-456A-BB93-DCDEC75F7365}">
      <dgm:prSet/>
      <dgm:spPr/>
      <dgm:t>
        <a:bodyPr/>
        <a:lstStyle/>
        <a:p>
          <a:endParaRPr lang="en-US"/>
        </a:p>
      </dgm:t>
    </dgm:pt>
    <dgm:pt modelId="{40A6B353-32F8-4A6A-AF40-0253B5BFBAF1}" type="sibTrans" cxnId="{5BD33C1D-D94D-456A-BB93-DCDEC75F7365}">
      <dgm:prSet/>
      <dgm:spPr/>
      <dgm:t>
        <a:bodyPr/>
        <a:lstStyle/>
        <a:p>
          <a:endParaRPr lang="en-US"/>
        </a:p>
      </dgm:t>
    </dgm:pt>
    <dgm:pt modelId="{07F31482-2171-4EDA-87BF-CBF5DD0D415E}" type="pres">
      <dgm:prSet presAssocID="{ADB35C92-C9A3-4AD9-A16C-FA70199D9210}" presName="root" presStyleCnt="0">
        <dgm:presLayoutVars>
          <dgm:dir/>
          <dgm:resizeHandles val="exact"/>
        </dgm:presLayoutVars>
      </dgm:prSet>
      <dgm:spPr/>
    </dgm:pt>
    <dgm:pt modelId="{21B36AD6-AED8-443B-85A1-D19866273E84}" type="pres">
      <dgm:prSet presAssocID="{082B10C8-8FE8-4C68-BCEA-2E105609B2D1}" presName="compNode" presStyleCnt="0"/>
      <dgm:spPr/>
    </dgm:pt>
    <dgm:pt modelId="{63EE9C93-7CF5-472B-A8C1-FD859FA418B0}" type="pres">
      <dgm:prSet presAssocID="{082B10C8-8FE8-4C68-BCEA-2E105609B2D1}" presName="iconBgRect" presStyleLbl="bgShp" presStyleIdx="0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4FF50E8C-7845-47DE-B6C1-17741641A155}" type="pres">
      <dgm:prSet presAssocID="{082B10C8-8FE8-4C68-BCEA-2E105609B2D1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272B3489-9C50-4C18-98E0-303694285ED1}" type="pres">
      <dgm:prSet presAssocID="{082B10C8-8FE8-4C68-BCEA-2E105609B2D1}" presName="spaceRect" presStyleCnt="0"/>
      <dgm:spPr/>
    </dgm:pt>
    <dgm:pt modelId="{00820D1A-BFB4-4FE5-B9F1-FA010A1DA670}" type="pres">
      <dgm:prSet presAssocID="{082B10C8-8FE8-4C68-BCEA-2E105609B2D1}" presName="textRect" presStyleLbl="revTx" presStyleIdx="0" presStyleCnt="4">
        <dgm:presLayoutVars>
          <dgm:chMax val="1"/>
          <dgm:chPref val="1"/>
        </dgm:presLayoutVars>
      </dgm:prSet>
      <dgm:spPr/>
    </dgm:pt>
    <dgm:pt modelId="{F0A77258-4553-4357-AEFD-75EDFF0B9BA6}" type="pres">
      <dgm:prSet presAssocID="{7B52D4DC-1741-4E1A-B70D-6E526317A4AA}" presName="sibTrans" presStyleCnt="0"/>
      <dgm:spPr/>
    </dgm:pt>
    <dgm:pt modelId="{A301A4C3-2BCC-46A7-993A-609F95933523}" type="pres">
      <dgm:prSet presAssocID="{B1EBEE30-9C63-4527-BA53-0347754B4075}" presName="compNode" presStyleCnt="0"/>
      <dgm:spPr/>
    </dgm:pt>
    <dgm:pt modelId="{609270E7-061A-4AE3-A630-056304ABD72A}" type="pres">
      <dgm:prSet presAssocID="{B1EBEE30-9C63-4527-BA53-0347754B4075}" presName="iconBgRect" presStyleLbl="bgShp" presStyleIdx="1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07B5E25E-6E80-4737-9A97-86AD194AD8FD}" type="pres">
      <dgm:prSet presAssocID="{B1EBEE30-9C63-4527-BA53-0347754B4075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E4F62F10-718F-4CE0-A4CF-B1D1F06CB190}" type="pres">
      <dgm:prSet presAssocID="{B1EBEE30-9C63-4527-BA53-0347754B4075}" presName="spaceRect" presStyleCnt="0"/>
      <dgm:spPr/>
    </dgm:pt>
    <dgm:pt modelId="{7C4E81C5-9AC2-4DF8-B270-CCAD8B26541E}" type="pres">
      <dgm:prSet presAssocID="{B1EBEE30-9C63-4527-BA53-0347754B4075}" presName="textRect" presStyleLbl="revTx" presStyleIdx="1" presStyleCnt="4">
        <dgm:presLayoutVars>
          <dgm:chMax val="1"/>
          <dgm:chPref val="1"/>
        </dgm:presLayoutVars>
      </dgm:prSet>
      <dgm:spPr/>
    </dgm:pt>
    <dgm:pt modelId="{7926130A-7300-4465-A395-43AB8CF597CD}" type="pres">
      <dgm:prSet presAssocID="{57A0B595-B89C-4BEF-B25E-1E5A6FA22C87}" presName="sibTrans" presStyleCnt="0"/>
      <dgm:spPr/>
    </dgm:pt>
    <dgm:pt modelId="{37E72C0F-3838-4823-BDF3-274747583489}" type="pres">
      <dgm:prSet presAssocID="{2CF152B9-8272-440F-9E15-6068FD901F28}" presName="compNode" presStyleCnt="0"/>
      <dgm:spPr/>
    </dgm:pt>
    <dgm:pt modelId="{8D541729-537C-486D-A328-52B0904D93AE}" type="pres">
      <dgm:prSet presAssocID="{2CF152B9-8272-440F-9E15-6068FD901F28}" presName="iconBgRect" presStyleLbl="bgShp" presStyleIdx="2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C36377F4-7BFE-4AC5-B5A0-387A18831EDC}" type="pres">
      <dgm:prSet presAssocID="{2CF152B9-8272-440F-9E15-6068FD901F28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7A50CD02-39D7-4230-B017-68FE908EF20D}" type="pres">
      <dgm:prSet presAssocID="{2CF152B9-8272-440F-9E15-6068FD901F28}" presName="spaceRect" presStyleCnt="0"/>
      <dgm:spPr/>
    </dgm:pt>
    <dgm:pt modelId="{DFEB62BB-0583-447D-85E1-8CCD25DA9CD4}" type="pres">
      <dgm:prSet presAssocID="{2CF152B9-8272-440F-9E15-6068FD901F28}" presName="textRect" presStyleLbl="revTx" presStyleIdx="2" presStyleCnt="4">
        <dgm:presLayoutVars>
          <dgm:chMax val="1"/>
          <dgm:chPref val="1"/>
        </dgm:presLayoutVars>
      </dgm:prSet>
      <dgm:spPr/>
    </dgm:pt>
    <dgm:pt modelId="{AA02F9BB-4E8F-45EA-A373-D114D1113CE9}" type="pres">
      <dgm:prSet presAssocID="{6E3B5587-7F01-4DC4-BD2F-8B44843B50C5}" presName="sibTrans" presStyleCnt="0"/>
      <dgm:spPr/>
    </dgm:pt>
    <dgm:pt modelId="{4BF72815-3DA8-435A-944E-9570D499924E}" type="pres">
      <dgm:prSet presAssocID="{EF8F800B-CC33-4DB6-B0A7-41B818E489AB}" presName="compNode" presStyleCnt="0"/>
      <dgm:spPr/>
    </dgm:pt>
    <dgm:pt modelId="{EFFDEA26-E0E6-44D2-AF33-C12A41AF6847}" type="pres">
      <dgm:prSet presAssocID="{EF8F800B-CC33-4DB6-B0A7-41B818E489AB}" presName="iconBgRect" presStyleLbl="bgShp" presStyleIdx="3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B5861E48-E193-4E90-9D83-4CC54ACCB283}" type="pres">
      <dgm:prSet presAssocID="{EF8F800B-CC33-4DB6-B0A7-41B818E489AB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 List"/>
        </a:ext>
      </dgm:extLst>
    </dgm:pt>
    <dgm:pt modelId="{48B9C7DF-11A4-43C0-90F5-C2F7D9EB06EC}" type="pres">
      <dgm:prSet presAssocID="{EF8F800B-CC33-4DB6-B0A7-41B818E489AB}" presName="spaceRect" presStyleCnt="0"/>
      <dgm:spPr/>
    </dgm:pt>
    <dgm:pt modelId="{27F84B4C-CBDB-4D75-A770-E153C3CE1BB0}" type="pres">
      <dgm:prSet presAssocID="{EF8F800B-CC33-4DB6-B0A7-41B818E489AB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E4C56906-42DE-4BAD-A87E-7D2C499FF9BE}" type="presOf" srcId="{2CF152B9-8272-440F-9E15-6068FD901F28}" destId="{DFEB62BB-0583-447D-85E1-8CCD25DA9CD4}" srcOrd="0" destOrd="0" presId="urn:microsoft.com/office/officeart/2018/5/layout/IconLeafLabelList"/>
    <dgm:cxn modelId="{5BD33C1D-D94D-456A-BB93-DCDEC75F7365}" srcId="{ADB35C92-C9A3-4AD9-A16C-FA70199D9210}" destId="{EF8F800B-CC33-4DB6-B0A7-41B818E489AB}" srcOrd="3" destOrd="0" parTransId="{B1F351DD-9CAA-4240-B273-9C6CEE697D63}" sibTransId="{40A6B353-32F8-4A6A-AF40-0253B5BFBAF1}"/>
    <dgm:cxn modelId="{EDEF8A3A-D642-4B53-AF5D-3212544D14F5}" type="presOf" srcId="{EF8F800B-CC33-4DB6-B0A7-41B818E489AB}" destId="{27F84B4C-CBDB-4D75-A770-E153C3CE1BB0}" srcOrd="0" destOrd="0" presId="urn:microsoft.com/office/officeart/2018/5/layout/IconLeafLabelList"/>
    <dgm:cxn modelId="{F6307B47-4817-4532-9901-59878608C700}" srcId="{ADB35C92-C9A3-4AD9-A16C-FA70199D9210}" destId="{B1EBEE30-9C63-4527-BA53-0347754B4075}" srcOrd="1" destOrd="0" parTransId="{CA58064A-ED05-4E48-BF10-1DA6795ECEE8}" sibTransId="{57A0B595-B89C-4BEF-B25E-1E5A6FA22C87}"/>
    <dgm:cxn modelId="{6A24D872-F04D-43F0-998C-DBB1B032E027}" srcId="{ADB35C92-C9A3-4AD9-A16C-FA70199D9210}" destId="{082B10C8-8FE8-4C68-BCEA-2E105609B2D1}" srcOrd="0" destOrd="0" parTransId="{E890ECAB-504E-4F45-95F4-7CBABE36475F}" sibTransId="{7B52D4DC-1741-4E1A-B70D-6E526317A4AA}"/>
    <dgm:cxn modelId="{429D3E84-1CAA-48A8-AC5F-02D644DB163C}" type="presOf" srcId="{082B10C8-8FE8-4C68-BCEA-2E105609B2D1}" destId="{00820D1A-BFB4-4FE5-B9F1-FA010A1DA670}" srcOrd="0" destOrd="0" presId="urn:microsoft.com/office/officeart/2018/5/layout/IconLeafLabelList"/>
    <dgm:cxn modelId="{D2FF89A9-E402-4971-9E70-5E156ECCCB4A}" type="presOf" srcId="{B1EBEE30-9C63-4527-BA53-0347754B4075}" destId="{7C4E81C5-9AC2-4DF8-B270-CCAD8B26541E}" srcOrd="0" destOrd="0" presId="urn:microsoft.com/office/officeart/2018/5/layout/IconLeafLabelList"/>
    <dgm:cxn modelId="{52DD4BCF-2C84-4A38-A14E-CF2010182386}" type="presOf" srcId="{ADB35C92-C9A3-4AD9-A16C-FA70199D9210}" destId="{07F31482-2171-4EDA-87BF-CBF5DD0D415E}" srcOrd="0" destOrd="0" presId="urn:microsoft.com/office/officeart/2018/5/layout/IconLeafLabelList"/>
    <dgm:cxn modelId="{259F9BFE-B60E-40D2-878E-BA118B27D280}" srcId="{ADB35C92-C9A3-4AD9-A16C-FA70199D9210}" destId="{2CF152B9-8272-440F-9E15-6068FD901F28}" srcOrd="2" destOrd="0" parTransId="{FFA0693D-BAA6-4972-8547-A924DF023F34}" sibTransId="{6E3B5587-7F01-4DC4-BD2F-8B44843B50C5}"/>
    <dgm:cxn modelId="{E852B481-A9F5-41B6-9F73-49B64D917125}" type="presParOf" srcId="{07F31482-2171-4EDA-87BF-CBF5DD0D415E}" destId="{21B36AD6-AED8-443B-85A1-D19866273E84}" srcOrd="0" destOrd="0" presId="urn:microsoft.com/office/officeart/2018/5/layout/IconLeafLabelList"/>
    <dgm:cxn modelId="{852EE4D6-0DCF-4AAA-B931-5B8950931B59}" type="presParOf" srcId="{21B36AD6-AED8-443B-85A1-D19866273E84}" destId="{63EE9C93-7CF5-472B-A8C1-FD859FA418B0}" srcOrd="0" destOrd="0" presId="urn:microsoft.com/office/officeart/2018/5/layout/IconLeafLabelList"/>
    <dgm:cxn modelId="{267F0868-8490-43B1-98CD-6C0BFBBF952B}" type="presParOf" srcId="{21B36AD6-AED8-443B-85A1-D19866273E84}" destId="{4FF50E8C-7845-47DE-B6C1-17741641A155}" srcOrd="1" destOrd="0" presId="urn:microsoft.com/office/officeart/2018/5/layout/IconLeafLabelList"/>
    <dgm:cxn modelId="{12199B4B-9B2F-4B23-B06D-A04E6F882607}" type="presParOf" srcId="{21B36AD6-AED8-443B-85A1-D19866273E84}" destId="{272B3489-9C50-4C18-98E0-303694285ED1}" srcOrd="2" destOrd="0" presId="urn:microsoft.com/office/officeart/2018/5/layout/IconLeafLabelList"/>
    <dgm:cxn modelId="{93C63D4E-C150-4126-A627-4B366B939E07}" type="presParOf" srcId="{21B36AD6-AED8-443B-85A1-D19866273E84}" destId="{00820D1A-BFB4-4FE5-B9F1-FA010A1DA670}" srcOrd="3" destOrd="0" presId="urn:microsoft.com/office/officeart/2018/5/layout/IconLeafLabelList"/>
    <dgm:cxn modelId="{1EA95B2B-7C30-4FFF-9F29-19A1A1E1EE82}" type="presParOf" srcId="{07F31482-2171-4EDA-87BF-CBF5DD0D415E}" destId="{F0A77258-4553-4357-AEFD-75EDFF0B9BA6}" srcOrd="1" destOrd="0" presId="urn:microsoft.com/office/officeart/2018/5/layout/IconLeafLabelList"/>
    <dgm:cxn modelId="{C7380EBE-9529-472B-9E06-B2943E9D1F06}" type="presParOf" srcId="{07F31482-2171-4EDA-87BF-CBF5DD0D415E}" destId="{A301A4C3-2BCC-46A7-993A-609F95933523}" srcOrd="2" destOrd="0" presId="urn:microsoft.com/office/officeart/2018/5/layout/IconLeafLabelList"/>
    <dgm:cxn modelId="{2D0D9E67-15B8-4D18-948C-3B8CCE7E02C8}" type="presParOf" srcId="{A301A4C3-2BCC-46A7-993A-609F95933523}" destId="{609270E7-061A-4AE3-A630-056304ABD72A}" srcOrd="0" destOrd="0" presId="urn:microsoft.com/office/officeart/2018/5/layout/IconLeafLabelList"/>
    <dgm:cxn modelId="{F7B8026E-8978-4A5E-A1DB-CBC2A77D1119}" type="presParOf" srcId="{A301A4C3-2BCC-46A7-993A-609F95933523}" destId="{07B5E25E-6E80-4737-9A97-86AD194AD8FD}" srcOrd="1" destOrd="0" presId="urn:microsoft.com/office/officeart/2018/5/layout/IconLeafLabelList"/>
    <dgm:cxn modelId="{36C1DEBA-E890-4CE5-A294-8CD3CA8438F6}" type="presParOf" srcId="{A301A4C3-2BCC-46A7-993A-609F95933523}" destId="{E4F62F10-718F-4CE0-A4CF-B1D1F06CB190}" srcOrd="2" destOrd="0" presId="urn:microsoft.com/office/officeart/2018/5/layout/IconLeafLabelList"/>
    <dgm:cxn modelId="{519A5A99-374E-40B8-84F2-AFC51A2042F8}" type="presParOf" srcId="{A301A4C3-2BCC-46A7-993A-609F95933523}" destId="{7C4E81C5-9AC2-4DF8-B270-CCAD8B26541E}" srcOrd="3" destOrd="0" presId="urn:microsoft.com/office/officeart/2018/5/layout/IconLeafLabelList"/>
    <dgm:cxn modelId="{30935C93-AAB9-4792-9F29-5A00C561651F}" type="presParOf" srcId="{07F31482-2171-4EDA-87BF-CBF5DD0D415E}" destId="{7926130A-7300-4465-A395-43AB8CF597CD}" srcOrd="3" destOrd="0" presId="urn:microsoft.com/office/officeart/2018/5/layout/IconLeafLabelList"/>
    <dgm:cxn modelId="{B024AFC6-AC9E-4C5A-AB37-752CB1A6D333}" type="presParOf" srcId="{07F31482-2171-4EDA-87BF-CBF5DD0D415E}" destId="{37E72C0F-3838-4823-BDF3-274747583489}" srcOrd="4" destOrd="0" presId="urn:microsoft.com/office/officeart/2018/5/layout/IconLeafLabelList"/>
    <dgm:cxn modelId="{989CDE8A-6666-48BE-8EAB-DEB158A93F10}" type="presParOf" srcId="{37E72C0F-3838-4823-BDF3-274747583489}" destId="{8D541729-537C-486D-A328-52B0904D93AE}" srcOrd="0" destOrd="0" presId="urn:microsoft.com/office/officeart/2018/5/layout/IconLeafLabelList"/>
    <dgm:cxn modelId="{DB77ED06-6950-43DB-A4BE-3F101C70269B}" type="presParOf" srcId="{37E72C0F-3838-4823-BDF3-274747583489}" destId="{C36377F4-7BFE-4AC5-B5A0-387A18831EDC}" srcOrd="1" destOrd="0" presId="urn:microsoft.com/office/officeart/2018/5/layout/IconLeafLabelList"/>
    <dgm:cxn modelId="{D9503479-0E1E-4D47-836C-2D52A947A282}" type="presParOf" srcId="{37E72C0F-3838-4823-BDF3-274747583489}" destId="{7A50CD02-39D7-4230-B017-68FE908EF20D}" srcOrd="2" destOrd="0" presId="urn:microsoft.com/office/officeart/2018/5/layout/IconLeafLabelList"/>
    <dgm:cxn modelId="{B9783E4F-448B-4AE6-9E28-B55FADFFB9FB}" type="presParOf" srcId="{37E72C0F-3838-4823-BDF3-274747583489}" destId="{DFEB62BB-0583-447D-85E1-8CCD25DA9CD4}" srcOrd="3" destOrd="0" presId="urn:microsoft.com/office/officeart/2018/5/layout/IconLeafLabelList"/>
    <dgm:cxn modelId="{B78A02DC-6AEC-4E0E-B137-D0A476E566E5}" type="presParOf" srcId="{07F31482-2171-4EDA-87BF-CBF5DD0D415E}" destId="{AA02F9BB-4E8F-45EA-A373-D114D1113CE9}" srcOrd="5" destOrd="0" presId="urn:microsoft.com/office/officeart/2018/5/layout/IconLeafLabelList"/>
    <dgm:cxn modelId="{7E153E47-5763-466E-83AE-8AB25C4C0BA8}" type="presParOf" srcId="{07F31482-2171-4EDA-87BF-CBF5DD0D415E}" destId="{4BF72815-3DA8-435A-944E-9570D499924E}" srcOrd="6" destOrd="0" presId="urn:microsoft.com/office/officeart/2018/5/layout/IconLeafLabelList"/>
    <dgm:cxn modelId="{BEEF79AD-9E4D-40BD-BD53-AF20FD96DAA2}" type="presParOf" srcId="{4BF72815-3DA8-435A-944E-9570D499924E}" destId="{EFFDEA26-E0E6-44D2-AF33-C12A41AF6847}" srcOrd="0" destOrd="0" presId="urn:microsoft.com/office/officeart/2018/5/layout/IconLeafLabelList"/>
    <dgm:cxn modelId="{EA47861B-67D0-4B88-BE61-3B240214F99A}" type="presParOf" srcId="{4BF72815-3DA8-435A-944E-9570D499924E}" destId="{B5861E48-E193-4E90-9D83-4CC54ACCB283}" srcOrd="1" destOrd="0" presId="urn:microsoft.com/office/officeart/2018/5/layout/IconLeafLabelList"/>
    <dgm:cxn modelId="{76EF45C2-461C-4544-B2B0-5464FD659F35}" type="presParOf" srcId="{4BF72815-3DA8-435A-944E-9570D499924E}" destId="{48B9C7DF-11A4-43C0-90F5-C2F7D9EB06EC}" srcOrd="2" destOrd="0" presId="urn:microsoft.com/office/officeart/2018/5/layout/IconLeafLabelList"/>
    <dgm:cxn modelId="{392A0B8A-221F-4B3B-9E04-FF99745123AC}" type="presParOf" srcId="{4BF72815-3DA8-435A-944E-9570D499924E}" destId="{27F84B4C-CBDB-4D75-A770-E153C3CE1BB0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AB6C738-1C19-4025-83CB-825E8D0A16BF}">
      <dsp:nvSpPr>
        <dsp:cNvPr id="0" name=""/>
        <dsp:cNvSpPr/>
      </dsp:nvSpPr>
      <dsp:spPr>
        <a:xfrm>
          <a:off x="0" y="959546"/>
          <a:ext cx="2030354" cy="128927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17D737F-AAFA-4FE2-97B5-33ACC860C407}">
      <dsp:nvSpPr>
        <dsp:cNvPr id="0" name=""/>
        <dsp:cNvSpPr/>
      </dsp:nvSpPr>
      <dsp:spPr>
        <a:xfrm>
          <a:off x="225594" y="1173861"/>
          <a:ext cx="2030354" cy="128927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/>
            <a:t>Console-based system for managing pet adoption</a:t>
          </a:r>
          <a:endParaRPr lang="en-US" sz="1800" kern="1200"/>
        </a:p>
      </dsp:txBody>
      <dsp:txXfrm>
        <a:off x="263356" y="1211623"/>
        <a:ext cx="1954830" cy="1213750"/>
      </dsp:txXfrm>
    </dsp:sp>
    <dsp:sp modelId="{72FB1099-C4FF-4442-96EB-E59380DDDE97}">
      <dsp:nvSpPr>
        <dsp:cNvPr id="0" name=""/>
        <dsp:cNvSpPr/>
      </dsp:nvSpPr>
      <dsp:spPr>
        <a:xfrm>
          <a:off x="2481543" y="959546"/>
          <a:ext cx="2030354" cy="128927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B9C2EF2-3EB7-4454-8F71-5F6B9F7676CE}">
      <dsp:nvSpPr>
        <dsp:cNvPr id="0" name=""/>
        <dsp:cNvSpPr/>
      </dsp:nvSpPr>
      <dsp:spPr>
        <a:xfrm>
          <a:off x="2707138" y="1173861"/>
          <a:ext cx="2030354" cy="128927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/>
            <a:t>Integrates Java application with SQLite database</a:t>
          </a:r>
          <a:endParaRPr lang="en-US" sz="1800" kern="1200"/>
        </a:p>
      </dsp:txBody>
      <dsp:txXfrm>
        <a:off x="2744900" y="1211623"/>
        <a:ext cx="1954830" cy="1213750"/>
      </dsp:txXfrm>
    </dsp:sp>
    <dsp:sp modelId="{1A1C3EE9-BC2E-4AD9-8389-9C4292C48C84}">
      <dsp:nvSpPr>
        <dsp:cNvPr id="0" name=""/>
        <dsp:cNvSpPr/>
      </dsp:nvSpPr>
      <dsp:spPr>
        <a:xfrm>
          <a:off x="4963087" y="959546"/>
          <a:ext cx="2030354" cy="128927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847FA1F-8405-4A0C-B503-4997A0817655}">
      <dsp:nvSpPr>
        <dsp:cNvPr id="0" name=""/>
        <dsp:cNvSpPr/>
      </dsp:nvSpPr>
      <dsp:spPr>
        <a:xfrm>
          <a:off x="5188682" y="1173861"/>
          <a:ext cx="2030354" cy="128927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/>
            <a:t>Demonstrates real-world database usage</a:t>
          </a:r>
          <a:endParaRPr lang="en-US" sz="1800" kern="1200"/>
        </a:p>
      </dsp:txBody>
      <dsp:txXfrm>
        <a:off x="5226444" y="1211623"/>
        <a:ext cx="1954830" cy="121375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790BD06-0E7B-4F78-8481-DA3A8B5B5BAA}">
      <dsp:nvSpPr>
        <dsp:cNvPr id="0" name=""/>
        <dsp:cNvSpPr/>
      </dsp:nvSpPr>
      <dsp:spPr>
        <a:xfrm>
          <a:off x="446018" y="496341"/>
          <a:ext cx="1303875" cy="130387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F8A29F0-D490-4A2B-B2F8-96AD063C3CC5}">
      <dsp:nvSpPr>
        <dsp:cNvPr id="0" name=""/>
        <dsp:cNvSpPr/>
      </dsp:nvSpPr>
      <dsp:spPr>
        <a:xfrm>
          <a:off x="723893" y="774216"/>
          <a:ext cx="748125" cy="74812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601A7D7-843F-412C-9F5D-859383040982}">
      <dsp:nvSpPr>
        <dsp:cNvPr id="0" name=""/>
        <dsp:cNvSpPr/>
      </dsp:nvSpPr>
      <dsp:spPr>
        <a:xfrm>
          <a:off x="29205" y="2206341"/>
          <a:ext cx="2137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b="0" i="0" kern="1200"/>
            <a:t>Manual tracking is inefficient and error-prone</a:t>
          </a:r>
          <a:endParaRPr lang="en-US" sz="1700" kern="1200"/>
        </a:p>
      </dsp:txBody>
      <dsp:txXfrm>
        <a:off x="29205" y="2206341"/>
        <a:ext cx="2137500" cy="720000"/>
      </dsp:txXfrm>
    </dsp:sp>
    <dsp:sp modelId="{8961C489-CAEB-4EC8-8B39-7140008508DC}">
      <dsp:nvSpPr>
        <dsp:cNvPr id="0" name=""/>
        <dsp:cNvSpPr/>
      </dsp:nvSpPr>
      <dsp:spPr>
        <a:xfrm>
          <a:off x="2957581" y="496341"/>
          <a:ext cx="1303875" cy="1303875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885E69F-FA80-47A1-8F8B-4D10AAC8E551}">
      <dsp:nvSpPr>
        <dsp:cNvPr id="0" name=""/>
        <dsp:cNvSpPr/>
      </dsp:nvSpPr>
      <dsp:spPr>
        <a:xfrm>
          <a:off x="3235456" y="774216"/>
          <a:ext cx="748125" cy="74812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7AF872E-76D0-4743-819C-8F0C1E5213CE}">
      <dsp:nvSpPr>
        <dsp:cNvPr id="0" name=""/>
        <dsp:cNvSpPr/>
      </dsp:nvSpPr>
      <dsp:spPr>
        <a:xfrm>
          <a:off x="2540768" y="2206341"/>
          <a:ext cx="2137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b="0" i="0" kern="1200"/>
            <a:t>Difficult to manage multiple records</a:t>
          </a:r>
          <a:endParaRPr lang="en-US" sz="1700" kern="1200"/>
        </a:p>
      </dsp:txBody>
      <dsp:txXfrm>
        <a:off x="2540768" y="2206341"/>
        <a:ext cx="2137500" cy="720000"/>
      </dsp:txXfrm>
    </dsp:sp>
    <dsp:sp modelId="{D5085CCF-3D7C-4C33-8DFE-CCE4BC3F45D2}">
      <dsp:nvSpPr>
        <dsp:cNvPr id="0" name=""/>
        <dsp:cNvSpPr/>
      </dsp:nvSpPr>
      <dsp:spPr>
        <a:xfrm>
          <a:off x="5469143" y="496341"/>
          <a:ext cx="1303875" cy="1303875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8429E1D-F146-4904-A910-CE15D905A171}">
      <dsp:nvSpPr>
        <dsp:cNvPr id="0" name=""/>
        <dsp:cNvSpPr/>
      </dsp:nvSpPr>
      <dsp:spPr>
        <a:xfrm>
          <a:off x="5747018" y="774216"/>
          <a:ext cx="748125" cy="74812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FA93A7-C17B-4A01-B28C-FCA52EA2BBF4}">
      <dsp:nvSpPr>
        <dsp:cNvPr id="0" name=""/>
        <dsp:cNvSpPr/>
      </dsp:nvSpPr>
      <dsp:spPr>
        <a:xfrm>
          <a:off x="5052331" y="2206341"/>
          <a:ext cx="2137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b="0" i="0" kern="1200"/>
            <a:t>Need for structured database system</a:t>
          </a:r>
          <a:endParaRPr lang="en-US" sz="1700" kern="1200"/>
        </a:p>
      </dsp:txBody>
      <dsp:txXfrm>
        <a:off x="5052331" y="2206341"/>
        <a:ext cx="2137500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44AC703-2AB1-4E9A-89C1-34CB6CD6ED87}">
      <dsp:nvSpPr>
        <dsp:cNvPr id="0" name=""/>
        <dsp:cNvSpPr/>
      </dsp:nvSpPr>
      <dsp:spPr>
        <a:xfrm>
          <a:off x="440775" y="914121"/>
          <a:ext cx="717451" cy="71745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236B52-CFA9-4C10-990E-568812A50F87}">
      <dsp:nvSpPr>
        <dsp:cNvPr id="0" name=""/>
        <dsp:cNvSpPr/>
      </dsp:nvSpPr>
      <dsp:spPr>
        <a:xfrm>
          <a:off x="2333" y="1870826"/>
          <a:ext cx="1594335" cy="6377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/>
            <a:t>Store and manage pet &amp; adopter data</a:t>
          </a:r>
          <a:endParaRPr lang="en-US" sz="1500" kern="1200"/>
        </a:p>
      </dsp:txBody>
      <dsp:txXfrm>
        <a:off x="2333" y="1870826"/>
        <a:ext cx="1594335" cy="637734"/>
      </dsp:txXfrm>
    </dsp:sp>
    <dsp:sp modelId="{375CCF59-47D7-4949-948F-561F8DAB569D}">
      <dsp:nvSpPr>
        <dsp:cNvPr id="0" name=""/>
        <dsp:cNvSpPr/>
      </dsp:nvSpPr>
      <dsp:spPr>
        <a:xfrm>
          <a:off x="2314120" y="914121"/>
          <a:ext cx="717451" cy="71745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2A027F7-7ED8-488F-89C0-DF2156F86BFD}">
      <dsp:nvSpPr>
        <dsp:cNvPr id="0" name=""/>
        <dsp:cNvSpPr/>
      </dsp:nvSpPr>
      <dsp:spPr>
        <a:xfrm>
          <a:off x="1875678" y="1870826"/>
          <a:ext cx="1594335" cy="6377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/>
            <a:t>Enable adoption workflow</a:t>
          </a:r>
          <a:endParaRPr lang="en-US" sz="1500" kern="1200"/>
        </a:p>
      </dsp:txBody>
      <dsp:txXfrm>
        <a:off x="1875678" y="1870826"/>
        <a:ext cx="1594335" cy="637734"/>
      </dsp:txXfrm>
    </dsp:sp>
    <dsp:sp modelId="{CAD5B18B-2091-4169-9F6B-58FF3C742A24}">
      <dsp:nvSpPr>
        <dsp:cNvPr id="0" name=""/>
        <dsp:cNvSpPr/>
      </dsp:nvSpPr>
      <dsp:spPr>
        <a:xfrm>
          <a:off x="4187465" y="914121"/>
          <a:ext cx="717451" cy="71745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D952BE-2565-458D-BDA9-1748C18DE3B4}">
      <dsp:nvSpPr>
        <dsp:cNvPr id="0" name=""/>
        <dsp:cNvSpPr/>
      </dsp:nvSpPr>
      <dsp:spPr>
        <a:xfrm>
          <a:off x="3749022" y="1870826"/>
          <a:ext cx="1594335" cy="6377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/>
            <a:t>Maintain relationships between entities</a:t>
          </a:r>
          <a:endParaRPr lang="en-US" sz="1500" kern="1200"/>
        </a:p>
      </dsp:txBody>
      <dsp:txXfrm>
        <a:off x="3749022" y="1870826"/>
        <a:ext cx="1594335" cy="637734"/>
      </dsp:txXfrm>
    </dsp:sp>
    <dsp:sp modelId="{2C43CE6F-BA45-4A99-8D96-6262EA45ABE0}">
      <dsp:nvSpPr>
        <dsp:cNvPr id="0" name=""/>
        <dsp:cNvSpPr/>
      </dsp:nvSpPr>
      <dsp:spPr>
        <a:xfrm>
          <a:off x="6060810" y="914121"/>
          <a:ext cx="717451" cy="71745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ABED495-9347-4153-9B8B-BCA82544CB13}">
      <dsp:nvSpPr>
        <dsp:cNvPr id="0" name=""/>
        <dsp:cNvSpPr/>
      </dsp:nvSpPr>
      <dsp:spPr>
        <a:xfrm>
          <a:off x="5622367" y="1870826"/>
          <a:ext cx="1594335" cy="6377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/>
            <a:t>Update data dynamically</a:t>
          </a:r>
          <a:endParaRPr lang="en-US" sz="1500" kern="1200"/>
        </a:p>
      </dsp:txBody>
      <dsp:txXfrm>
        <a:off x="5622367" y="1870826"/>
        <a:ext cx="1594335" cy="63773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110F080-4E2D-4F38-8972-580324E1DAAA}">
      <dsp:nvSpPr>
        <dsp:cNvPr id="0" name=""/>
        <dsp:cNvSpPr/>
      </dsp:nvSpPr>
      <dsp:spPr>
        <a:xfrm>
          <a:off x="440775" y="914121"/>
          <a:ext cx="717451" cy="71745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E9DFE2E-D8B4-4529-8BEA-D96744C8B0F0}">
      <dsp:nvSpPr>
        <dsp:cNvPr id="0" name=""/>
        <dsp:cNvSpPr/>
      </dsp:nvSpPr>
      <dsp:spPr>
        <a:xfrm>
          <a:off x="2333" y="1870826"/>
          <a:ext cx="1594335" cy="6377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/>
            <a:t>Frontend: Java (logic)</a:t>
          </a:r>
          <a:endParaRPr lang="en-US" sz="1600" kern="1200"/>
        </a:p>
      </dsp:txBody>
      <dsp:txXfrm>
        <a:off x="2333" y="1870826"/>
        <a:ext cx="1594335" cy="637734"/>
      </dsp:txXfrm>
    </dsp:sp>
    <dsp:sp modelId="{2D5C9117-99DA-4D46-AA4B-2644A68ACA96}">
      <dsp:nvSpPr>
        <dsp:cNvPr id="0" name=""/>
        <dsp:cNvSpPr/>
      </dsp:nvSpPr>
      <dsp:spPr>
        <a:xfrm>
          <a:off x="2314120" y="914121"/>
          <a:ext cx="717451" cy="71745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5FE3BF-AFF2-4721-8604-3F09ED015EF3}">
      <dsp:nvSpPr>
        <dsp:cNvPr id="0" name=""/>
        <dsp:cNvSpPr/>
      </dsp:nvSpPr>
      <dsp:spPr>
        <a:xfrm>
          <a:off x="1875678" y="1870826"/>
          <a:ext cx="1594335" cy="6377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/>
            <a:t>Database: SQLite</a:t>
          </a:r>
          <a:endParaRPr lang="en-US" sz="1600" kern="1200"/>
        </a:p>
      </dsp:txBody>
      <dsp:txXfrm>
        <a:off x="1875678" y="1870826"/>
        <a:ext cx="1594335" cy="637734"/>
      </dsp:txXfrm>
    </dsp:sp>
    <dsp:sp modelId="{0E37EF08-C2E3-41D6-B5B2-C928BBFE1E24}">
      <dsp:nvSpPr>
        <dsp:cNvPr id="0" name=""/>
        <dsp:cNvSpPr/>
      </dsp:nvSpPr>
      <dsp:spPr>
        <a:xfrm>
          <a:off x="4187465" y="914121"/>
          <a:ext cx="717451" cy="71745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0C0DE32-FBD7-4182-B631-A681D0AE2DAF}">
      <dsp:nvSpPr>
        <dsp:cNvPr id="0" name=""/>
        <dsp:cNvSpPr/>
      </dsp:nvSpPr>
      <dsp:spPr>
        <a:xfrm>
          <a:off x="3749022" y="1870826"/>
          <a:ext cx="1594335" cy="6377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/>
            <a:t>Connection: JDBC</a:t>
          </a:r>
          <a:endParaRPr lang="en-US" sz="1600" kern="1200"/>
        </a:p>
      </dsp:txBody>
      <dsp:txXfrm>
        <a:off x="3749022" y="1870826"/>
        <a:ext cx="1594335" cy="637734"/>
      </dsp:txXfrm>
    </dsp:sp>
    <dsp:sp modelId="{7008A1B6-C55A-4128-BFC3-4FD3BC5BA8C7}">
      <dsp:nvSpPr>
        <dsp:cNvPr id="0" name=""/>
        <dsp:cNvSpPr/>
      </dsp:nvSpPr>
      <dsp:spPr>
        <a:xfrm>
          <a:off x="6060810" y="914121"/>
          <a:ext cx="717451" cy="71745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CB3769-C5BC-45BF-8DC2-45D48797C4FC}">
      <dsp:nvSpPr>
        <dsp:cNvPr id="0" name=""/>
        <dsp:cNvSpPr/>
      </dsp:nvSpPr>
      <dsp:spPr>
        <a:xfrm>
          <a:off x="5622367" y="1870826"/>
          <a:ext cx="1594335" cy="6377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/>
            <a:t>Console-based user interface</a:t>
          </a:r>
          <a:endParaRPr lang="en-US" sz="1600" kern="1200"/>
        </a:p>
      </dsp:txBody>
      <dsp:txXfrm>
        <a:off x="5622367" y="1870826"/>
        <a:ext cx="1594335" cy="63773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8A5ACF-6980-4760-B4AB-7B36C621C460}">
      <dsp:nvSpPr>
        <dsp:cNvPr id="0" name=""/>
        <dsp:cNvSpPr/>
      </dsp:nvSpPr>
      <dsp:spPr>
        <a:xfrm>
          <a:off x="0" y="640"/>
          <a:ext cx="4793456" cy="149868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75948E5-7351-431C-B70E-80C81ACF3E3F}">
      <dsp:nvSpPr>
        <dsp:cNvPr id="0" name=""/>
        <dsp:cNvSpPr/>
      </dsp:nvSpPr>
      <dsp:spPr>
        <a:xfrm>
          <a:off x="453352" y="337845"/>
          <a:ext cx="824278" cy="82427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2897E56-7EFD-47AA-8060-CD8426FDBF63}">
      <dsp:nvSpPr>
        <dsp:cNvPr id="0" name=""/>
        <dsp:cNvSpPr/>
      </dsp:nvSpPr>
      <dsp:spPr>
        <a:xfrm>
          <a:off x="1730984" y="640"/>
          <a:ext cx="3062471" cy="14986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8611" tIns="158611" rIns="158611" bIns="158611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900" b="1" kern="1200" dirty="0"/>
            <a:t>Core Tables: </a:t>
          </a:r>
        </a:p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900" kern="1200" dirty="0"/>
            <a:t>Pet, Adopter</a:t>
          </a:r>
        </a:p>
      </dsp:txBody>
      <dsp:txXfrm>
        <a:off x="1730984" y="640"/>
        <a:ext cx="3062471" cy="1498687"/>
      </dsp:txXfrm>
    </dsp:sp>
    <dsp:sp modelId="{B2FF44F6-7104-43D6-AEBE-10D4B70F6891}">
      <dsp:nvSpPr>
        <dsp:cNvPr id="0" name=""/>
        <dsp:cNvSpPr/>
      </dsp:nvSpPr>
      <dsp:spPr>
        <a:xfrm>
          <a:off x="0" y="1873999"/>
          <a:ext cx="4793456" cy="149868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21CE820-3DCA-450C-BB2D-DE818B8833C5}">
      <dsp:nvSpPr>
        <dsp:cNvPr id="0" name=""/>
        <dsp:cNvSpPr/>
      </dsp:nvSpPr>
      <dsp:spPr>
        <a:xfrm>
          <a:off x="453352" y="2211204"/>
          <a:ext cx="824278" cy="82427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865AC0-4C18-410D-8441-73F3749AC55C}">
      <dsp:nvSpPr>
        <dsp:cNvPr id="0" name=""/>
        <dsp:cNvSpPr/>
      </dsp:nvSpPr>
      <dsp:spPr>
        <a:xfrm>
          <a:off x="1730984" y="1873999"/>
          <a:ext cx="3062471" cy="14986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8611" tIns="158611" rIns="158611" bIns="158611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900" b="1" kern="1200" dirty="0"/>
            <a:t>Process Tables: </a:t>
          </a:r>
          <a:r>
            <a:rPr lang="en-CA" sz="1900" kern="1200" dirty="0"/>
            <a:t>AdoptionApplication, AdoptionRecord </a:t>
          </a:r>
        </a:p>
      </dsp:txBody>
      <dsp:txXfrm>
        <a:off x="1730984" y="1873999"/>
        <a:ext cx="3062471" cy="1498687"/>
      </dsp:txXfrm>
    </dsp:sp>
    <dsp:sp modelId="{D26F705D-7F68-4B0B-9D4D-16291F8D8ECF}">
      <dsp:nvSpPr>
        <dsp:cNvPr id="0" name=""/>
        <dsp:cNvSpPr/>
      </dsp:nvSpPr>
      <dsp:spPr>
        <a:xfrm>
          <a:off x="0" y="3747359"/>
          <a:ext cx="4793456" cy="149868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F130F3C-C58A-4A9F-82D2-7118AD51BD55}">
      <dsp:nvSpPr>
        <dsp:cNvPr id="0" name=""/>
        <dsp:cNvSpPr/>
      </dsp:nvSpPr>
      <dsp:spPr>
        <a:xfrm>
          <a:off x="453352" y="4084563"/>
          <a:ext cx="824278" cy="82427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6F5AE2-76D2-45C1-A7BD-DEF62CF994EB}">
      <dsp:nvSpPr>
        <dsp:cNvPr id="0" name=""/>
        <dsp:cNvSpPr/>
      </dsp:nvSpPr>
      <dsp:spPr>
        <a:xfrm>
          <a:off x="1730984" y="3747359"/>
          <a:ext cx="3062471" cy="14986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8611" tIns="158611" rIns="158611" bIns="158611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900" b="1" kern="1200" dirty="0"/>
            <a:t>Supporting Table: </a:t>
          </a:r>
          <a:r>
            <a:rPr lang="en-CA" sz="1900" kern="1200" dirty="0"/>
            <a:t>Shelter</a:t>
          </a:r>
        </a:p>
      </dsp:txBody>
      <dsp:txXfrm>
        <a:off x="1730984" y="3747359"/>
        <a:ext cx="3062471" cy="1498687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1202301-95C4-452D-822B-C741B6415C53}">
      <dsp:nvSpPr>
        <dsp:cNvPr id="0" name=""/>
        <dsp:cNvSpPr/>
      </dsp:nvSpPr>
      <dsp:spPr>
        <a:xfrm>
          <a:off x="440775" y="914121"/>
          <a:ext cx="717451" cy="71745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B35924-2B39-4026-9B59-201394CBCA1A}">
      <dsp:nvSpPr>
        <dsp:cNvPr id="0" name=""/>
        <dsp:cNvSpPr/>
      </dsp:nvSpPr>
      <dsp:spPr>
        <a:xfrm>
          <a:off x="2333" y="1870826"/>
          <a:ext cx="1594335" cy="6377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/>
            <a:t>Validation for pet availability</a:t>
          </a:r>
          <a:endParaRPr lang="en-US" sz="1400" kern="1200"/>
        </a:p>
      </dsp:txBody>
      <dsp:txXfrm>
        <a:off x="2333" y="1870826"/>
        <a:ext cx="1594335" cy="637734"/>
      </dsp:txXfrm>
    </dsp:sp>
    <dsp:sp modelId="{C2D29F3A-04EB-45FF-BC2C-7464497C9EB7}">
      <dsp:nvSpPr>
        <dsp:cNvPr id="0" name=""/>
        <dsp:cNvSpPr/>
      </dsp:nvSpPr>
      <dsp:spPr>
        <a:xfrm>
          <a:off x="2314120" y="914121"/>
          <a:ext cx="717451" cy="71745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215FE4B-D2BC-488B-9AA5-1C22ADBC143B}">
      <dsp:nvSpPr>
        <dsp:cNvPr id="0" name=""/>
        <dsp:cNvSpPr/>
      </dsp:nvSpPr>
      <dsp:spPr>
        <a:xfrm>
          <a:off x="1875678" y="1870826"/>
          <a:ext cx="1594335" cy="6377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/>
            <a:t>Dynamic ID generation</a:t>
          </a:r>
          <a:endParaRPr lang="en-US" sz="1400" kern="1200"/>
        </a:p>
      </dsp:txBody>
      <dsp:txXfrm>
        <a:off x="1875678" y="1870826"/>
        <a:ext cx="1594335" cy="637734"/>
      </dsp:txXfrm>
    </dsp:sp>
    <dsp:sp modelId="{D214D9BF-16F6-4F4A-9A78-653952F372AE}">
      <dsp:nvSpPr>
        <dsp:cNvPr id="0" name=""/>
        <dsp:cNvSpPr/>
      </dsp:nvSpPr>
      <dsp:spPr>
        <a:xfrm>
          <a:off x="4187465" y="914121"/>
          <a:ext cx="717451" cy="71745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A42357-665E-4175-825F-A731B1CE5CDE}">
      <dsp:nvSpPr>
        <dsp:cNvPr id="0" name=""/>
        <dsp:cNvSpPr/>
      </dsp:nvSpPr>
      <dsp:spPr>
        <a:xfrm>
          <a:off x="3749022" y="1870826"/>
          <a:ext cx="1594335" cy="6377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/>
            <a:t>Reset functionality for reuse</a:t>
          </a:r>
          <a:endParaRPr lang="en-US" sz="1400" kern="1200"/>
        </a:p>
      </dsp:txBody>
      <dsp:txXfrm>
        <a:off x="3749022" y="1870826"/>
        <a:ext cx="1594335" cy="637734"/>
      </dsp:txXfrm>
    </dsp:sp>
    <dsp:sp modelId="{4F2C7C01-E49C-4CF0-A8B5-B00E5D300033}">
      <dsp:nvSpPr>
        <dsp:cNvPr id="0" name=""/>
        <dsp:cNvSpPr/>
      </dsp:nvSpPr>
      <dsp:spPr>
        <a:xfrm>
          <a:off x="6060810" y="914121"/>
          <a:ext cx="717451" cy="71745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C095EC-9E73-4562-A558-AF2C64E03374}">
      <dsp:nvSpPr>
        <dsp:cNvPr id="0" name=""/>
        <dsp:cNvSpPr/>
      </dsp:nvSpPr>
      <dsp:spPr>
        <a:xfrm>
          <a:off x="5622367" y="1870826"/>
          <a:ext cx="1594335" cy="6377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/>
            <a:t>Handles individual records effectively</a:t>
          </a:r>
          <a:endParaRPr lang="en-US" sz="1400" kern="1200"/>
        </a:p>
      </dsp:txBody>
      <dsp:txXfrm>
        <a:off x="5622367" y="1870826"/>
        <a:ext cx="1594335" cy="637734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3EE9C93-7CF5-472B-A8C1-FD859FA418B0}">
      <dsp:nvSpPr>
        <dsp:cNvPr id="0" name=""/>
        <dsp:cNvSpPr/>
      </dsp:nvSpPr>
      <dsp:spPr>
        <a:xfrm>
          <a:off x="623249" y="65284"/>
          <a:ext cx="1212125" cy="1212125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FF50E8C-7845-47DE-B6C1-17741641A155}">
      <dsp:nvSpPr>
        <dsp:cNvPr id="0" name=""/>
        <dsp:cNvSpPr/>
      </dsp:nvSpPr>
      <dsp:spPr>
        <a:xfrm>
          <a:off x="881571" y="323606"/>
          <a:ext cx="695481" cy="69548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0820D1A-BFB4-4FE5-B9F1-FA010A1DA670}">
      <dsp:nvSpPr>
        <dsp:cNvPr id="0" name=""/>
        <dsp:cNvSpPr/>
      </dsp:nvSpPr>
      <dsp:spPr>
        <a:xfrm>
          <a:off x="235766" y="1654957"/>
          <a:ext cx="1987091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b="0" i="0" kern="1200"/>
            <a:t>System demonstrates SQL + Java integration</a:t>
          </a:r>
          <a:endParaRPr lang="en-US" sz="1500" kern="1200"/>
        </a:p>
      </dsp:txBody>
      <dsp:txXfrm>
        <a:off x="235766" y="1654957"/>
        <a:ext cx="1987091" cy="720000"/>
      </dsp:txXfrm>
    </dsp:sp>
    <dsp:sp modelId="{609270E7-061A-4AE3-A630-056304ABD72A}">
      <dsp:nvSpPr>
        <dsp:cNvPr id="0" name=""/>
        <dsp:cNvSpPr/>
      </dsp:nvSpPr>
      <dsp:spPr>
        <a:xfrm>
          <a:off x="2958081" y="65284"/>
          <a:ext cx="1212125" cy="1212125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7B5E25E-6E80-4737-9A97-86AD194AD8FD}">
      <dsp:nvSpPr>
        <dsp:cNvPr id="0" name=""/>
        <dsp:cNvSpPr/>
      </dsp:nvSpPr>
      <dsp:spPr>
        <a:xfrm>
          <a:off x="3216403" y="323606"/>
          <a:ext cx="695481" cy="69548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C4E81C5-9AC2-4DF8-B270-CCAD8B26541E}">
      <dsp:nvSpPr>
        <dsp:cNvPr id="0" name=""/>
        <dsp:cNvSpPr/>
      </dsp:nvSpPr>
      <dsp:spPr>
        <a:xfrm>
          <a:off x="2570598" y="1654957"/>
          <a:ext cx="1987091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b="0" i="0" kern="1200"/>
            <a:t>Efficient database design and operations</a:t>
          </a:r>
          <a:endParaRPr lang="en-US" sz="1500" kern="1200"/>
        </a:p>
      </dsp:txBody>
      <dsp:txXfrm>
        <a:off x="2570598" y="1654957"/>
        <a:ext cx="1987091" cy="720000"/>
      </dsp:txXfrm>
    </dsp:sp>
    <dsp:sp modelId="{8D541729-537C-486D-A328-52B0904D93AE}">
      <dsp:nvSpPr>
        <dsp:cNvPr id="0" name=""/>
        <dsp:cNvSpPr/>
      </dsp:nvSpPr>
      <dsp:spPr>
        <a:xfrm>
          <a:off x="623249" y="2871729"/>
          <a:ext cx="1212125" cy="1212125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36377F4-7BFE-4AC5-B5A0-387A18831EDC}">
      <dsp:nvSpPr>
        <dsp:cNvPr id="0" name=""/>
        <dsp:cNvSpPr/>
      </dsp:nvSpPr>
      <dsp:spPr>
        <a:xfrm>
          <a:off x="881571" y="3130051"/>
          <a:ext cx="695481" cy="69548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EB62BB-0583-447D-85E1-8CCD25DA9CD4}">
      <dsp:nvSpPr>
        <dsp:cNvPr id="0" name=""/>
        <dsp:cNvSpPr/>
      </dsp:nvSpPr>
      <dsp:spPr>
        <a:xfrm>
          <a:off x="235766" y="4461402"/>
          <a:ext cx="1987091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b="0" i="0" kern="1200"/>
            <a:t>Real-time updates implemented successfully</a:t>
          </a:r>
          <a:endParaRPr lang="en-US" sz="1500" kern="1200"/>
        </a:p>
      </dsp:txBody>
      <dsp:txXfrm>
        <a:off x="235766" y="4461402"/>
        <a:ext cx="1987091" cy="720000"/>
      </dsp:txXfrm>
    </dsp:sp>
    <dsp:sp modelId="{EFFDEA26-E0E6-44D2-AF33-C12A41AF6847}">
      <dsp:nvSpPr>
        <dsp:cNvPr id="0" name=""/>
        <dsp:cNvSpPr/>
      </dsp:nvSpPr>
      <dsp:spPr>
        <a:xfrm>
          <a:off x="2958081" y="2871729"/>
          <a:ext cx="1212125" cy="1212125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5861E48-E193-4E90-9D83-4CC54ACCB283}">
      <dsp:nvSpPr>
        <dsp:cNvPr id="0" name=""/>
        <dsp:cNvSpPr/>
      </dsp:nvSpPr>
      <dsp:spPr>
        <a:xfrm>
          <a:off x="3216403" y="3130051"/>
          <a:ext cx="695481" cy="69548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F84B4C-CBDB-4D75-A770-E153C3CE1BB0}">
      <dsp:nvSpPr>
        <dsp:cNvPr id="0" name=""/>
        <dsp:cNvSpPr/>
      </dsp:nvSpPr>
      <dsp:spPr>
        <a:xfrm>
          <a:off x="2570598" y="4461402"/>
          <a:ext cx="1987091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b="0" i="0" kern="1200"/>
            <a:t>Ready for further improvements</a:t>
          </a:r>
          <a:endParaRPr lang="en-US" sz="1500" kern="1200"/>
        </a:p>
      </dsp:txBody>
      <dsp:txXfrm>
        <a:off x="2570598" y="4461402"/>
        <a:ext cx="1987091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  <p:sp>
          <p:nvSpPr>
            <p:cNvPr id="10" name="Oval 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0" y="2226503"/>
            <a:ext cx="5917679" cy="255087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0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98080" y="1828800"/>
            <a:ext cx="990599" cy="22865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08" y="3264408"/>
            <a:ext cx="3859795" cy="228660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32665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7843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  <p:sp>
          <p:nvSpPr>
            <p:cNvPr id="16" name="Oval 15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  <p:sp>
          <p:nvSpPr>
            <p:cNvPr id="11" name="Freeform 10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8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7534" y="2257588"/>
            <a:ext cx="3090672" cy="3020344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8"/>
            <a:ext cx="3082516" cy="302034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2513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200"/>
            <a:ext cx="3636980" cy="35306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1" y="2489203"/>
            <a:ext cx="3636980" cy="3530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7055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9918" y="2489200"/>
            <a:ext cx="3633502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0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663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5835"/>
            <a:ext cx="3636980" cy="27739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3806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5335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7120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  <p:sp>
          <p:nvSpPr>
            <p:cNvPr id="12" name="Freeform 11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2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90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7800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1" y="3086845"/>
            <a:ext cx="2712589" cy="2933701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1194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  <p:sp>
          <p:nvSpPr>
            <p:cNvPr id="12" name="Freeform 11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4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381390"/>
            <a:ext cx="2987089" cy="157480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086100"/>
            <a:ext cx="2987089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0078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  <p:sp>
          <p:nvSpPr>
            <p:cNvPr id="18" name="Oval 17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  <p:sp>
          <p:nvSpPr>
            <p:cNvPr id="17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  <p:sp>
          <p:nvSpPr>
            <p:cNvPr id="11" name="Freeform 10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4961454"/>
            <a:ext cx="642200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5528192"/>
            <a:ext cx="6422004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4223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  <p:sp>
          <p:nvSpPr>
            <p:cNvPr id="2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" name="Rectangle 8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  <p:sp>
          <p:nvSpPr>
            <p:cNvPr id="11" name="Freeform 10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2005" cy="169272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7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0069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  <p:sp>
          <p:nvSpPr>
            <p:cNvPr id="18" name="Oval 17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  <p:sp>
          <p:nvSpPr>
            <p:cNvPr id="20" name="Oval 19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  <p:sp>
          <p:nvSpPr>
            <p:cNvPr id="21" name="Oval 20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  <p:sp>
          <p:nvSpPr>
            <p:cNvPr id="22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1" name="Freeform 10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4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</p:grpSp>
      <p:sp>
        <p:nvSpPr>
          <p:cNvPr id="23" name="TextBox 22"/>
          <p:cNvSpPr txBox="1"/>
          <p:nvPr/>
        </p:nvSpPr>
        <p:spPr bwMode="gray">
          <a:xfrm>
            <a:off x="647430" y="651690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 bwMode="gray">
          <a:xfrm>
            <a:off x="7069418" y="2900292"/>
            <a:ext cx="6190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60" y="927099"/>
            <a:ext cx="6160385" cy="2882179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8" y="3809278"/>
            <a:ext cx="5646143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6"/>
            <a:ext cx="6343673" cy="101061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09901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  <p:sp>
          <p:nvSpPr>
            <p:cNvPr id="11" name="Oval 1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  <p:sp>
          <p:nvSpPr>
            <p:cNvPr id="16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2057400"/>
            <a:ext cx="6422005" cy="20955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76398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3593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4"/>
            <a:ext cx="2313432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5614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1" y="3147164"/>
            <a:ext cx="2318918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0935" y="3147164"/>
            <a:ext cx="2316625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549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345260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4179596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9055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9" y="4837558"/>
            <a:ext cx="231343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11125" y="4179595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53189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11125" y="484820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4179596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08641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58642" y="483755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24146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21301" y="6387910"/>
            <a:ext cx="990599" cy="228659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6133" y="6387910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284699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20420" cy="6860798"/>
            <a:chOff x="-1588" y="0"/>
            <a:chExt cx="9120420" cy="686079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  <p:sp>
          <p:nvSpPr>
            <p:cNvPr id="15" name="Oval 14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  <p:sp>
          <p:nvSpPr>
            <p:cNvPr id="1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CA"/>
            </a:p>
          </p:txBody>
        </p:sp>
      </p:grpSp>
      <p:sp>
        <p:nvSpPr>
          <p:cNvPr id="17" name="Rectangle 16"/>
          <p:cNvSpPr/>
          <p:nvPr/>
        </p:nvSpPr>
        <p:spPr>
          <a:xfrm>
            <a:off x="414867" y="402165"/>
            <a:ext cx="4610565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10" name="Freeform 9"/>
          <p:cNvSpPr/>
          <p:nvPr/>
        </p:nvSpPr>
        <p:spPr bwMode="gray">
          <a:xfrm rot="5400000">
            <a:off x="1299309" y="1765596"/>
            <a:ext cx="5995993" cy="3326809"/>
          </a:xfrm>
          <a:custGeom>
            <a:avLst/>
            <a:gdLst/>
            <a:ahLst/>
            <a:cxnLst/>
            <a:rect l="0" t="0" r="r" b="b"/>
            <a:pathLst>
              <a:path w="4960" h="2752">
                <a:moveTo>
                  <a:pt x="0" y="0"/>
                </a:moveTo>
                <a:lnTo>
                  <a:pt x="0" y="324"/>
                </a:lnTo>
                <a:lnTo>
                  <a:pt x="0" y="1992"/>
                </a:lnTo>
                <a:lnTo>
                  <a:pt x="0" y="2752"/>
                </a:lnTo>
                <a:lnTo>
                  <a:pt x="4960" y="2752"/>
                </a:lnTo>
                <a:lnTo>
                  <a:pt x="4960" y="1992"/>
                </a:lnTo>
                <a:lnTo>
                  <a:pt x="4960" y="324"/>
                </a:lnTo>
                <a:lnTo>
                  <a:pt x="4960" y="0"/>
                </a:lnTo>
                <a:lnTo>
                  <a:pt x="4960" y="0"/>
                </a:lnTo>
                <a:lnTo>
                  <a:pt x="4734" y="34"/>
                </a:lnTo>
                <a:lnTo>
                  <a:pt x="4510" y="64"/>
                </a:lnTo>
                <a:lnTo>
                  <a:pt x="4284" y="90"/>
                </a:lnTo>
                <a:lnTo>
                  <a:pt x="4060" y="114"/>
                </a:lnTo>
                <a:lnTo>
                  <a:pt x="3836" y="132"/>
                </a:lnTo>
                <a:lnTo>
                  <a:pt x="3614" y="146"/>
                </a:lnTo>
                <a:lnTo>
                  <a:pt x="3392" y="158"/>
                </a:lnTo>
                <a:lnTo>
                  <a:pt x="3174" y="166"/>
                </a:lnTo>
                <a:lnTo>
                  <a:pt x="2960" y="172"/>
                </a:lnTo>
                <a:lnTo>
                  <a:pt x="2748" y="174"/>
                </a:lnTo>
                <a:lnTo>
                  <a:pt x="2542" y="174"/>
                </a:lnTo>
                <a:lnTo>
                  <a:pt x="2338" y="174"/>
                </a:lnTo>
                <a:lnTo>
                  <a:pt x="2140" y="170"/>
                </a:lnTo>
                <a:lnTo>
                  <a:pt x="1948" y="164"/>
                </a:lnTo>
                <a:lnTo>
                  <a:pt x="1762" y="156"/>
                </a:lnTo>
                <a:lnTo>
                  <a:pt x="1582" y="148"/>
                </a:lnTo>
                <a:lnTo>
                  <a:pt x="1410" y="138"/>
                </a:lnTo>
                <a:lnTo>
                  <a:pt x="1244" y="128"/>
                </a:lnTo>
                <a:lnTo>
                  <a:pt x="1088" y="116"/>
                </a:lnTo>
                <a:lnTo>
                  <a:pt x="938" y="104"/>
                </a:lnTo>
                <a:lnTo>
                  <a:pt x="668" y="78"/>
                </a:lnTo>
                <a:lnTo>
                  <a:pt x="438" y="54"/>
                </a:lnTo>
                <a:lnTo>
                  <a:pt x="254" y="34"/>
                </a:lnTo>
                <a:lnTo>
                  <a:pt x="116" y="1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CA"/>
          </a:p>
        </p:txBody>
      </p:sp>
      <p:sp>
        <p:nvSpPr>
          <p:cNvPr id="18" name="Freeform 5"/>
          <p:cNvSpPr>
            <a:spLocks noEditPoints="1"/>
          </p:cNvSpPr>
          <p:nvPr/>
        </p:nvSpPr>
        <p:spPr bwMode="gray">
          <a:xfrm>
            <a:off x="0" y="0"/>
            <a:ext cx="9144000" cy="6858000"/>
          </a:xfrm>
          <a:custGeom>
            <a:avLst/>
            <a:gdLst/>
            <a:ahLst/>
            <a:cxnLst/>
            <a:rect l="0" t="0" r="r" b="b"/>
            <a:pathLst>
              <a:path w="5760" h="4320">
                <a:moveTo>
                  <a:pt x="0" y="0"/>
                </a:moveTo>
                <a:lnTo>
                  <a:pt x="0" y="4320"/>
                </a:lnTo>
                <a:lnTo>
                  <a:pt x="5760" y="4320"/>
                </a:lnTo>
                <a:lnTo>
                  <a:pt x="5760" y="0"/>
                </a:lnTo>
                <a:lnTo>
                  <a:pt x="0" y="0"/>
                </a:lnTo>
                <a:close/>
                <a:moveTo>
                  <a:pt x="5444" y="4004"/>
                </a:moveTo>
                <a:lnTo>
                  <a:pt x="324" y="4004"/>
                </a:lnTo>
                <a:lnTo>
                  <a:pt x="324" y="324"/>
                </a:lnTo>
                <a:lnTo>
                  <a:pt x="5444" y="324"/>
                </a:lnTo>
                <a:lnTo>
                  <a:pt x="5444" y="40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74928" y="1447799"/>
            <a:ext cx="1113516" cy="4572001"/>
          </a:xfrm>
        </p:spPr>
        <p:txBody>
          <a:bodyPr vert="eaVert" anchor="ctr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738" y="1447799"/>
            <a:ext cx="4416936" cy="45720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8546" y="6365498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11213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  <p:sp>
          <p:nvSpPr>
            <p:cNvPr id="22" name="Oval 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  <p:sp>
          <p:nvSpPr>
            <p:cNvPr id="24" name="Oval 2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  <p:sp>
          <p:nvSpPr>
            <p:cNvPr id="19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5" name="Freeform 24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5260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0907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  <p:sldLayoutId id="2147483707" r:id="rId12"/>
    <p:sldLayoutId id="2147483708" r:id="rId13"/>
    <p:sldLayoutId id="2147483709" r:id="rId14"/>
    <p:sldLayoutId id="2147483710" r:id="rId15"/>
    <p:sldLayoutId id="2147483711" r:id="rId16"/>
    <p:sldLayoutId id="2147483712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324E43EB-867C-4B35-9A5C-E435157C72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7C0F5DA-B59F-4F13-8BB8-FFD8F2C57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7" name="Freeform 5">
            <a:extLst>
              <a:ext uri="{FF2B5EF4-FFF2-40B4-BE49-F238E27FC236}">
                <a16:creationId xmlns:a16="http://schemas.microsoft.com/office/drawing/2014/main" id="{9CEA1DEC-CC9E-4776-9E08-048A15BFA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5922489">
            <a:off x="1942938" y="1881194"/>
            <a:ext cx="3299407" cy="330693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en-CA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9CE399CF-F4B8-4832-A8CB-B93F6B1EF4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3122264" y="751601"/>
            <a:ext cx="6053670" cy="5354799"/>
          </a:xfrm>
          <a:custGeom>
            <a:avLst/>
            <a:gdLst>
              <a:gd name="connsiteX0" fmla="*/ 6053670 w 6053670"/>
              <a:gd name="connsiteY0" fmla="*/ 1098 h 7139732"/>
              <a:gd name="connsiteX1" fmla="*/ 6053670 w 6053670"/>
              <a:gd name="connsiteY1" fmla="*/ 1084479 h 7139732"/>
              <a:gd name="connsiteX2" fmla="*/ 6053670 w 6053670"/>
              <a:gd name="connsiteY2" fmla="*/ 1254558 h 7139732"/>
              <a:gd name="connsiteX3" fmla="*/ 6053670 w 6053670"/>
              <a:gd name="connsiteY3" fmla="*/ 7139732 h 7139732"/>
              <a:gd name="connsiteX4" fmla="*/ 0 w 6053670"/>
              <a:gd name="connsiteY4" fmla="*/ 7139732 h 7139732"/>
              <a:gd name="connsiteX5" fmla="*/ 0 w 6053670"/>
              <a:gd name="connsiteY5" fmla="*/ 1249853 h 7139732"/>
              <a:gd name="connsiteX6" fmla="*/ 0 w 6053670"/>
              <a:gd name="connsiteY6" fmla="*/ 1084479 h 7139732"/>
              <a:gd name="connsiteX7" fmla="*/ 0 w 6053670"/>
              <a:gd name="connsiteY7" fmla="*/ 0 h 7139732"/>
              <a:gd name="connsiteX8" fmla="*/ 35717 w 6053670"/>
              <a:gd name="connsiteY8" fmla="*/ 5488 h 7139732"/>
              <a:gd name="connsiteX9" fmla="*/ 140445 w 6053670"/>
              <a:gd name="connsiteY9" fmla="*/ 21641 h 7139732"/>
              <a:gd name="connsiteX10" fmla="*/ 216722 w 6053670"/>
              <a:gd name="connsiteY10" fmla="*/ 32932 h 7139732"/>
              <a:gd name="connsiteX11" fmla="*/ 307527 w 6053670"/>
              <a:gd name="connsiteY11" fmla="*/ 44850 h 7139732"/>
              <a:gd name="connsiteX12" fmla="*/ 415282 w 6053670"/>
              <a:gd name="connsiteY12" fmla="*/ 59121 h 7139732"/>
              <a:gd name="connsiteX13" fmla="*/ 534539 w 6053670"/>
              <a:gd name="connsiteY13" fmla="*/ 74175 h 7139732"/>
              <a:gd name="connsiteX14" fmla="*/ 668931 w 6053670"/>
              <a:gd name="connsiteY14" fmla="*/ 90014 h 7139732"/>
              <a:gd name="connsiteX15" fmla="*/ 815430 w 6053670"/>
              <a:gd name="connsiteY15" fmla="*/ 106794 h 7139732"/>
              <a:gd name="connsiteX16" fmla="*/ 974641 w 6053670"/>
              <a:gd name="connsiteY16" fmla="*/ 123574 h 7139732"/>
              <a:gd name="connsiteX17" fmla="*/ 1144144 w 6053670"/>
              <a:gd name="connsiteY17" fmla="*/ 140667 h 7139732"/>
              <a:gd name="connsiteX18" fmla="*/ 1326965 w 6053670"/>
              <a:gd name="connsiteY18" fmla="*/ 156506 h 7139732"/>
              <a:gd name="connsiteX19" fmla="*/ 1518261 w 6053670"/>
              <a:gd name="connsiteY19" fmla="*/ 171717 h 7139732"/>
              <a:gd name="connsiteX20" fmla="*/ 1720453 w 6053670"/>
              <a:gd name="connsiteY20" fmla="*/ 185518 h 7139732"/>
              <a:gd name="connsiteX21" fmla="*/ 1931121 w 6053670"/>
              <a:gd name="connsiteY21" fmla="*/ 198690 h 7139732"/>
              <a:gd name="connsiteX22" fmla="*/ 2150869 w 6053670"/>
              <a:gd name="connsiteY22" fmla="*/ 211079 h 7139732"/>
              <a:gd name="connsiteX23" fmla="*/ 2263467 w 6053670"/>
              <a:gd name="connsiteY23" fmla="*/ 215470 h 7139732"/>
              <a:gd name="connsiteX24" fmla="*/ 2378487 w 6053670"/>
              <a:gd name="connsiteY24" fmla="*/ 220332 h 7139732"/>
              <a:gd name="connsiteX25" fmla="*/ 2495323 w 6053670"/>
              <a:gd name="connsiteY25" fmla="*/ 224879 h 7139732"/>
              <a:gd name="connsiteX26" fmla="*/ 2612764 w 6053670"/>
              <a:gd name="connsiteY26" fmla="*/ 227859 h 7139732"/>
              <a:gd name="connsiteX27" fmla="*/ 2732627 w 6053670"/>
              <a:gd name="connsiteY27" fmla="*/ 230525 h 7139732"/>
              <a:gd name="connsiteX28" fmla="*/ 2853700 w 6053670"/>
              <a:gd name="connsiteY28" fmla="*/ 233348 h 7139732"/>
              <a:gd name="connsiteX29" fmla="*/ 2977195 w 6053670"/>
              <a:gd name="connsiteY29" fmla="*/ 235229 h 7139732"/>
              <a:gd name="connsiteX30" fmla="*/ 3101901 w 6053670"/>
              <a:gd name="connsiteY30" fmla="*/ 235229 h 7139732"/>
              <a:gd name="connsiteX31" fmla="*/ 3227817 w 6053670"/>
              <a:gd name="connsiteY31" fmla="*/ 236170 h 7139732"/>
              <a:gd name="connsiteX32" fmla="*/ 3354944 w 6053670"/>
              <a:gd name="connsiteY32" fmla="*/ 235229 h 7139732"/>
              <a:gd name="connsiteX33" fmla="*/ 3483887 w 6053670"/>
              <a:gd name="connsiteY33" fmla="*/ 233348 h 7139732"/>
              <a:gd name="connsiteX34" fmla="*/ 3612830 w 6053670"/>
              <a:gd name="connsiteY34" fmla="*/ 231623 h 7139732"/>
              <a:gd name="connsiteX35" fmla="*/ 3743590 w 6053670"/>
              <a:gd name="connsiteY35" fmla="*/ 227859 h 7139732"/>
              <a:gd name="connsiteX36" fmla="*/ 3875560 w 6053670"/>
              <a:gd name="connsiteY36" fmla="*/ 223938 h 7139732"/>
              <a:gd name="connsiteX37" fmla="*/ 4007530 w 6053670"/>
              <a:gd name="connsiteY37" fmla="*/ 219391 h 7139732"/>
              <a:gd name="connsiteX38" fmla="*/ 4140710 w 6053670"/>
              <a:gd name="connsiteY38" fmla="*/ 212961 h 7139732"/>
              <a:gd name="connsiteX39" fmla="*/ 4275102 w 6053670"/>
              <a:gd name="connsiteY39" fmla="*/ 205277 h 7139732"/>
              <a:gd name="connsiteX40" fmla="*/ 4410098 w 6053670"/>
              <a:gd name="connsiteY40" fmla="*/ 197907 h 7139732"/>
              <a:gd name="connsiteX41" fmla="*/ 4545096 w 6053670"/>
              <a:gd name="connsiteY41" fmla="*/ 188498 h 7139732"/>
              <a:gd name="connsiteX42" fmla="*/ 4681909 w 6053670"/>
              <a:gd name="connsiteY42" fmla="*/ 177207 h 7139732"/>
              <a:gd name="connsiteX43" fmla="*/ 4816905 w 6053670"/>
              <a:gd name="connsiteY43" fmla="*/ 165916 h 7139732"/>
              <a:gd name="connsiteX44" fmla="*/ 4954323 w 6053670"/>
              <a:gd name="connsiteY44" fmla="*/ 152899 h 7139732"/>
              <a:gd name="connsiteX45" fmla="*/ 5092347 w 6053670"/>
              <a:gd name="connsiteY45" fmla="*/ 138629 h 7139732"/>
              <a:gd name="connsiteX46" fmla="*/ 5228555 w 6053670"/>
              <a:gd name="connsiteY46" fmla="*/ 123574 h 7139732"/>
              <a:gd name="connsiteX47" fmla="*/ 5366578 w 6053670"/>
              <a:gd name="connsiteY47" fmla="*/ 106010 h 7139732"/>
              <a:gd name="connsiteX48" fmla="*/ 5503997 w 6053670"/>
              <a:gd name="connsiteY48" fmla="*/ 87192 h 7139732"/>
              <a:gd name="connsiteX49" fmla="*/ 5642020 w 6053670"/>
              <a:gd name="connsiteY49" fmla="*/ 68530 h 7139732"/>
              <a:gd name="connsiteX50" fmla="*/ 5779438 w 6053670"/>
              <a:gd name="connsiteY50" fmla="*/ 46733 h 7139732"/>
              <a:gd name="connsiteX51" fmla="*/ 5916251 w 6053670"/>
              <a:gd name="connsiteY51" fmla="*/ 24464 h 7139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053670" h="7139732">
                <a:moveTo>
                  <a:pt x="6053670" y="1098"/>
                </a:moveTo>
                <a:lnTo>
                  <a:pt x="6053670" y="1084479"/>
                </a:lnTo>
                <a:lnTo>
                  <a:pt x="6053670" y="1254558"/>
                </a:lnTo>
                <a:lnTo>
                  <a:pt x="6053670" y="7139732"/>
                </a:lnTo>
                <a:lnTo>
                  <a:pt x="0" y="7139732"/>
                </a:lnTo>
                <a:lnTo>
                  <a:pt x="0" y="1249853"/>
                </a:lnTo>
                <a:lnTo>
                  <a:pt x="0" y="1084479"/>
                </a:lnTo>
                <a:lnTo>
                  <a:pt x="0" y="0"/>
                </a:lnTo>
                <a:lnTo>
                  <a:pt x="35717" y="5488"/>
                </a:lnTo>
                <a:lnTo>
                  <a:pt x="140445" y="21641"/>
                </a:lnTo>
                <a:lnTo>
                  <a:pt x="216722" y="32932"/>
                </a:lnTo>
                <a:lnTo>
                  <a:pt x="307527" y="44850"/>
                </a:lnTo>
                <a:lnTo>
                  <a:pt x="415282" y="59121"/>
                </a:lnTo>
                <a:lnTo>
                  <a:pt x="534539" y="74175"/>
                </a:lnTo>
                <a:lnTo>
                  <a:pt x="668931" y="90014"/>
                </a:lnTo>
                <a:lnTo>
                  <a:pt x="815430" y="106794"/>
                </a:lnTo>
                <a:lnTo>
                  <a:pt x="974641" y="123574"/>
                </a:lnTo>
                <a:lnTo>
                  <a:pt x="1144144" y="140667"/>
                </a:lnTo>
                <a:lnTo>
                  <a:pt x="1326965" y="156506"/>
                </a:lnTo>
                <a:lnTo>
                  <a:pt x="1518261" y="171717"/>
                </a:lnTo>
                <a:lnTo>
                  <a:pt x="1720453" y="185518"/>
                </a:lnTo>
                <a:lnTo>
                  <a:pt x="1931121" y="198690"/>
                </a:lnTo>
                <a:lnTo>
                  <a:pt x="2150869" y="211079"/>
                </a:lnTo>
                <a:lnTo>
                  <a:pt x="2263467" y="215470"/>
                </a:lnTo>
                <a:lnTo>
                  <a:pt x="2378487" y="220332"/>
                </a:lnTo>
                <a:lnTo>
                  <a:pt x="2495323" y="224879"/>
                </a:lnTo>
                <a:lnTo>
                  <a:pt x="2612764" y="227859"/>
                </a:lnTo>
                <a:lnTo>
                  <a:pt x="2732627" y="230525"/>
                </a:lnTo>
                <a:lnTo>
                  <a:pt x="2853700" y="233348"/>
                </a:lnTo>
                <a:lnTo>
                  <a:pt x="2977195" y="235229"/>
                </a:lnTo>
                <a:lnTo>
                  <a:pt x="3101901" y="235229"/>
                </a:lnTo>
                <a:lnTo>
                  <a:pt x="3227817" y="236170"/>
                </a:lnTo>
                <a:lnTo>
                  <a:pt x="3354944" y="235229"/>
                </a:lnTo>
                <a:lnTo>
                  <a:pt x="3483887" y="233348"/>
                </a:lnTo>
                <a:lnTo>
                  <a:pt x="3612830" y="231623"/>
                </a:lnTo>
                <a:lnTo>
                  <a:pt x="3743590" y="227859"/>
                </a:lnTo>
                <a:lnTo>
                  <a:pt x="3875560" y="223938"/>
                </a:lnTo>
                <a:lnTo>
                  <a:pt x="4007530" y="219391"/>
                </a:lnTo>
                <a:lnTo>
                  <a:pt x="4140710" y="212961"/>
                </a:lnTo>
                <a:lnTo>
                  <a:pt x="4275102" y="205277"/>
                </a:lnTo>
                <a:lnTo>
                  <a:pt x="4410098" y="197907"/>
                </a:lnTo>
                <a:lnTo>
                  <a:pt x="4545096" y="188498"/>
                </a:lnTo>
                <a:lnTo>
                  <a:pt x="4681909" y="177207"/>
                </a:lnTo>
                <a:lnTo>
                  <a:pt x="4816905" y="165916"/>
                </a:lnTo>
                <a:lnTo>
                  <a:pt x="4954323" y="152899"/>
                </a:lnTo>
                <a:lnTo>
                  <a:pt x="5092347" y="138629"/>
                </a:lnTo>
                <a:lnTo>
                  <a:pt x="5228555" y="123574"/>
                </a:lnTo>
                <a:lnTo>
                  <a:pt x="5366578" y="106010"/>
                </a:lnTo>
                <a:lnTo>
                  <a:pt x="5503997" y="87192"/>
                </a:lnTo>
                <a:lnTo>
                  <a:pt x="5642020" y="68530"/>
                </a:lnTo>
                <a:lnTo>
                  <a:pt x="5779438" y="46733"/>
                </a:lnTo>
                <a:lnTo>
                  <a:pt x="5916251" y="2446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CA"/>
          </a:p>
        </p:txBody>
      </p:sp>
      <p:sp>
        <p:nvSpPr>
          <p:cNvPr id="11" name="Freeform 5">
            <a:extLst>
              <a:ext uri="{FF2B5EF4-FFF2-40B4-BE49-F238E27FC236}">
                <a16:creationId xmlns:a16="http://schemas.microsoft.com/office/drawing/2014/main" id="{1F23E73A-FDC8-462C-83C1-3AA896144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9144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CA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5565" y="1130603"/>
            <a:ext cx="2506831" cy="4596794"/>
          </a:xfrm>
        </p:spPr>
        <p:txBody>
          <a:bodyPr anchor="ctr">
            <a:normAutofit/>
          </a:bodyPr>
          <a:lstStyle/>
          <a:p>
            <a:r>
              <a:rPr lang="en-CA" sz="2600" dirty="0">
                <a:solidFill>
                  <a:srgbClr val="EBEBEB"/>
                </a:solidFill>
              </a:rPr>
              <a:t>Pet Adoption Management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7557" y="437513"/>
            <a:ext cx="4126961" cy="5954325"/>
          </a:xfrm>
        </p:spPr>
        <p:txBody>
          <a:bodyPr anchor="ctr">
            <a:normAutofit/>
          </a:bodyPr>
          <a:lstStyle/>
          <a:p>
            <a:r>
              <a:rPr lang="en-CA" sz="1700" dirty="0"/>
              <a:t>Chanchalpreet Kaur</a:t>
            </a:r>
          </a:p>
          <a:p>
            <a:r>
              <a:rPr lang="en-CA" sz="1700" dirty="0"/>
              <a:t>CS1103</a:t>
            </a:r>
          </a:p>
          <a:p>
            <a:r>
              <a:rPr lang="en-CA" sz="1700" dirty="0"/>
              <a:t>Java + SQLite + JDBC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5" y="973668"/>
            <a:ext cx="6571060" cy="706964"/>
          </a:xfrm>
        </p:spPr>
        <p:txBody>
          <a:bodyPr>
            <a:normAutofit/>
          </a:bodyPr>
          <a:lstStyle/>
          <a:p>
            <a:r>
              <a:rPr lang="en-CA">
                <a:solidFill>
                  <a:srgbClr val="FFFFFF"/>
                </a:solidFill>
              </a:rPr>
              <a:t>Introduction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ED1B6E3-054B-5765-C7D4-AC9A7B40839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92070804"/>
              </p:ext>
            </p:extLst>
          </p:nvPr>
        </p:nvGraphicFramePr>
        <p:xfrm>
          <a:off x="965200" y="2324100"/>
          <a:ext cx="7219037" cy="34226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cover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5" y="973668"/>
            <a:ext cx="6571060" cy="706964"/>
          </a:xfrm>
        </p:spPr>
        <p:txBody>
          <a:bodyPr>
            <a:normAutofit/>
          </a:bodyPr>
          <a:lstStyle/>
          <a:p>
            <a:r>
              <a:rPr lang="en-CA">
                <a:solidFill>
                  <a:srgbClr val="FFFFFF"/>
                </a:solidFill>
              </a:rPr>
              <a:t>Problem Statement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36EFB9F-67C7-7003-145F-0AE7FFC1BCA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06885138"/>
              </p:ext>
            </p:extLst>
          </p:nvPr>
        </p:nvGraphicFramePr>
        <p:xfrm>
          <a:off x="965200" y="2324100"/>
          <a:ext cx="7219037" cy="34226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cover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5" y="973668"/>
            <a:ext cx="6571060" cy="706964"/>
          </a:xfrm>
        </p:spPr>
        <p:txBody>
          <a:bodyPr>
            <a:normAutofit/>
          </a:bodyPr>
          <a:lstStyle/>
          <a:p>
            <a:r>
              <a:rPr lang="en-CA">
                <a:solidFill>
                  <a:srgbClr val="FFFFFF"/>
                </a:solidFill>
              </a:rPr>
              <a:t>Objectives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9C80425-D313-5A18-73EE-353BBE0352C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85985446"/>
              </p:ext>
            </p:extLst>
          </p:nvPr>
        </p:nvGraphicFramePr>
        <p:xfrm>
          <a:off x="965200" y="2324100"/>
          <a:ext cx="7219037" cy="34226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cover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5" y="973668"/>
            <a:ext cx="6571060" cy="706964"/>
          </a:xfrm>
        </p:spPr>
        <p:txBody>
          <a:bodyPr>
            <a:normAutofit/>
          </a:bodyPr>
          <a:lstStyle/>
          <a:p>
            <a:r>
              <a:rPr lang="en-CA">
                <a:solidFill>
                  <a:srgbClr val="FFFFFF"/>
                </a:solidFill>
              </a:rPr>
              <a:t>System Architecture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B8E8376-1BC0-956C-1B0B-8E9AA2C9BEA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31577237"/>
              </p:ext>
            </p:extLst>
          </p:nvPr>
        </p:nvGraphicFramePr>
        <p:xfrm>
          <a:off x="965200" y="2324100"/>
          <a:ext cx="7219037" cy="34226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cove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E5D4A15D-C852-47D7-A7E3-7F8FEE9FCA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C06AA6A2-9E5B-46E6-82B0-8FC1CA7231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11E7C01A-5F5B-4E17-B91B-26FA9ADB54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71DA43BF-6FE1-458D-A112-1687677B00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FAA5FF03-83FF-43B9-B66B-5FD05A9589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BC4D7AA7-0424-4C72-AE55-4B413DD471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BC2D80F1-5DC4-4396-B0E1-C774E82EC7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  <p:sp>
          <p:nvSpPr>
            <p:cNvPr id="44" name="Freeform 5">
              <a:extLst>
                <a:ext uri="{FF2B5EF4-FFF2-40B4-BE49-F238E27FC236}">
                  <a16:creationId xmlns:a16="http://schemas.microsoft.com/office/drawing/2014/main" id="{48171057-920A-4188-A18E-97D710A359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6" name="Freeform 5">
              <a:extLst>
                <a:ext uri="{FF2B5EF4-FFF2-40B4-BE49-F238E27FC236}">
                  <a16:creationId xmlns:a16="http://schemas.microsoft.com/office/drawing/2014/main" id="{1C871B74-1D69-47F0-A28D-8F34547796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" name="Freeform 5">
              <a:extLst>
                <a:ext uri="{FF2B5EF4-FFF2-40B4-BE49-F238E27FC236}">
                  <a16:creationId xmlns:a16="http://schemas.microsoft.com/office/drawing/2014/main" id="{63001BDC-368C-49CC-9F3F-EAF38A0A49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CA"/>
            </a:p>
          </p:txBody>
        </p:sp>
      </p:grpSp>
      <p:sp>
        <p:nvSpPr>
          <p:cNvPr id="49" name="Rectangle 48">
            <a:extLst>
              <a:ext uri="{FF2B5EF4-FFF2-40B4-BE49-F238E27FC236}">
                <a16:creationId xmlns:a16="http://schemas.microsoft.com/office/drawing/2014/main" id="{6288FC2F-B192-42B2-90BE-517E1039BE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08BCF048-8940-4354-B9EC-5AD74E283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D024C14A-78BD-44B0-82BE-6A0D0A2706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809F3D29-EDB1-4F1C-A0E0-36F28CE171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5282F4AB-C7B8-4A86-9927-AA106AA27B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60B26874-5AFA-4D1E-94A9-53AF9790D7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  <p:sp>
          <p:nvSpPr>
            <p:cNvPr id="31" name="Freeform 5">
              <a:extLst>
                <a:ext uri="{FF2B5EF4-FFF2-40B4-BE49-F238E27FC236}">
                  <a16:creationId xmlns:a16="http://schemas.microsoft.com/office/drawing/2014/main" id="{A1DA6C95-40F8-4305-89F6-17F6167C0B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56" name="Freeform 5">
              <a:extLst>
                <a:ext uri="{FF2B5EF4-FFF2-40B4-BE49-F238E27FC236}">
                  <a16:creationId xmlns:a16="http://schemas.microsoft.com/office/drawing/2014/main" id="{A2FA2D29-AEEE-4FFA-B233-94FBE84C9B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3" name="Freeform 5">
              <a:extLst>
                <a:ext uri="{FF2B5EF4-FFF2-40B4-BE49-F238E27FC236}">
                  <a16:creationId xmlns:a16="http://schemas.microsoft.com/office/drawing/2014/main" id="{6DA5143E-FA8E-4EC1-99F7-35AE5AD4E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CA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973667"/>
            <a:ext cx="2206657" cy="483374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100">
                <a:solidFill>
                  <a:srgbClr val="EBEBEB"/>
                </a:solidFill>
              </a:rPr>
              <a:t>Database Design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C28BCC9-4093-4FD5-83EB-7EC297F513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01E78A37-4845-C0E8-BC55-A879A4625D4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41607302"/>
              </p:ext>
            </p:extLst>
          </p:nvPr>
        </p:nvGraphicFramePr>
        <p:xfrm>
          <a:off x="3895725" y="808038"/>
          <a:ext cx="4793456" cy="52466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ransition spd="slow">
    <p:cover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61D71C-9146-4850-D16E-A06F39821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0579" y="1113062"/>
            <a:ext cx="2536723" cy="3281957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000" b="0" i="0" kern="120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Entity Relationship Diagram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533CC6-F043-8F24-6FDD-54B7D53E7D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1" y="556457"/>
            <a:ext cx="5673271" cy="5745085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051723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cover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 descr="Computer script on a screen">
            <a:extLst>
              <a:ext uri="{FF2B5EF4-FFF2-40B4-BE49-F238E27FC236}">
                <a16:creationId xmlns:a16="http://schemas.microsoft.com/office/drawing/2014/main" id="{26C197AE-B194-73BD-2F95-B3562AF6A27B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5">
                <a:tint val="45000"/>
                <a:satMod val="400000"/>
              </a:schemeClr>
            </a:duotone>
            <a:alphaModFix amt="25000"/>
          </a:blip>
          <a:srcRect r="13410" b="9090"/>
          <a:stretch>
            <a:fillRect/>
          </a:stretch>
        </p:blipFill>
        <p:spPr>
          <a:xfrm>
            <a:off x="355599" y="474134"/>
            <a:ext cx="8432801" cy="590973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5" y="973668"/>
            <a:ext cx="6571060" cy="706964"/>
          </a:xfrm>
        </p:spPr>
        <p:txBody>
          <a:bodyPr>
            <a:normAutofit/>
          </a:bodyPr>
          <a:lstStyle/>
          <a:p>
            <a:r>
              <a:rPr lang="en-CA">
                <a:solidFill>
                  <a:srgbClr val="FFFFFF"/>
                </a:solidFill>
              </a:rPr>
              <a:t>SQL Usage (DDL &amp; DML)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6215" y="1820333"/>
            <a:ext cx="6619244" cy="4199467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DDL: CREATE TABLE for structure</a:t>
            </a:r>
          </a:p>
          <a:p>
            <a:r>
              <a:rPr lang="en-US">
                <a:solidFill>
                  <a:srgbClr val="FFFFFF"/>
                </a:solidFill>
              </a:rPr>
              <a:t>DML: INSERT, SELECT, UPDATE</a:t>
            </a:r>
          </a:p>
          <a:p>
            <a:r>
              <a:rPr lang="en-US">
                <a:solidFill>
                  <a:srgbClr val="FFFFFF"/>
                </a:solidFill>
              </a:rPr>
              <a:t>JOIN used to combine tables</a:t>
            </a:r>
          </a:p>
          <a:p>
            <a:r>
              <a:rPr lang="en-US">
                <a:solidFill>
                  <a:srgbClr val="FFFFFF"/>
                </a:solidFill>
              </a:rPr>
              <a:t>Ensures efficient data handling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cover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 descr="Dog on the couch">
            <a:extLst>
              <a:ext uri="{FF2B5EF4-FFF2-40B4-BE49-F238E27FC236}">
                <a16:creationId xmlns:a16="http://schemas.microsoft.com/office/drawing/2014/main" id="{194D4DA4-33E0-D17E-7AFF-4F8A655A1DEC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5">
                <a:tint val="45000"/>
                <a:satMod val="400000"/>
              </a:schemeClr>
            </a:duotone>
            <a:alphaModFix amt="25000"/>
          </a:blip>
          <a:srcRect l="10150" r="13639" b="9092"/>
          <a:stretch>
            <a:fillRect/>
          </a:stretch>
        </p:blipFill>
        <p:spPr>
          <a:xfrm>
            <a:off x="355599" y="474134"/>
            <a:ext cx="8432801" cy="590973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5" y="973668"/>
            <a:ext cx="6571060" cy="706964"/>
          </a:xfrm>
        </p:spPr>
        <p:txBody>
          <a:bodyPr>
            <a:normAutofit/>
          </a:bodyPr>
          <a:lstStyle/>
          <a:p>
            <a:r>
              <a:rPr lang="en-CA">
                <a:solidFill>
                  <a:srgbClr val="FFFFFF"/>
                </a:solidFill>
              </a:rP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6215" y="1820333"/>
            <a:ext cx="6619244" cy="4199467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View available pets</a:t>
            </a:r>
          </a:p>
          <a:p>
            <a:r>
              <a:rPr lang="en-US">
                <a:solidFill>
                  <a:srgbClr val="FFFFFF"/>
                </a:solidFill>
              </a:rPr>
              <a:t>View adopters</a:t>
            </a:r>
          </a:p>
          <a:p>
            <a:r>
              <a:rPr lang="en-US">
                <a:solidFill>
                  <a:srgbClr val="FFFFFF"/>
                </a:solidFill>
              </a:rPr>
              <a:t>Submit adoption application</a:t>
            </a:r>
          </a:p>
          <a:p>
            <a:r>
              <a:rPr lang="en-US">
                <a:solidFill>
                  <a:srgbClr val="FFFFFF"/>
                </a:solidFill>
              </a:rPr>
              <a:t>View adopted pets</a:t>
            </a:r>
          </a:p>
          <a:p>
            <a:r>
              <a:rPr lang="en-US">
                <a:solidFill>
                  <a:srgbClr val="FFFFFF"/>
                </a:solidFill>
              </a:rPr>
              <a:t>Reset system &amp; view shelters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cover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 descr="A cat and golden retriever laying down">
            <a:extLst>
              <a:ext uri="{FF2B5EF4-FFF2-40B4-BE49-F238E27FC236}">
                <a16:creationId xmlns:a16="http://schemas.microsoft.com/office/drawing/2014/main" id="{F74F10DC-9E95-C92A-84EC-EDBC42F1F8BD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5">
                <a:tint val="45000"/>
                <a:satMod val="400000"/>
              </a:schemeClr>
            </a:duotone>
            <a:alphaModFix amt="25000"/>
          </a:blip>
          <a:srcRect r="13410" b="9090"/>
          <a:stretch>
            <a:fillRect/>
          </a:stretch>
        </p:blipFill>
        <p:spPr>
          <a:xfrm>
            <a:off x="355599" y="474134"/>
            <a:ext cx="8432801" cy="590973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5" y="973668"/>
            <a:ext cx="6571060" cy="706964"/>
          </a:xfrm>
        </p:spPr>
        <p:txBody>
          <a:bodyPr>
            <a:normAutofit/>
          </a:bodyPr>
          <a:lstStyle/>
          <a:p>
            <a:r>
              <a:rPr lang="en-CA">
                <a:solidFill>
                  <a:srgbClr val="FFFFFF"/>
                </a:solidFill>
              </a:rPr>
              <a:t>System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6215" y="1820333"/>
            <a:ext cx="6619244" cy="4199467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User views pets</a:t>
            </a:r>
          </a:p>
          <a:p>
            <a:r>
              <a:rPr lang="en-US">
                <a:solidFill>
                  <a:srgbClr val="FFFFFF"/>
                </a:solidFill>
              </a:rPr>
              <a:t>Selects adopter &amp; pet</a:t>
            </a:r>
          </a:p>
          <a:p>
            <a:r>
              <a:rPr lang="en-US">
                <a:solidFill>
                  <a:srgbClr val="FFFFFF"/>
                </a:solidFill>
              </a:rPr>
              <a:t>Application is stored</a:t>
            </a:r>
          </a:p>
          <a:p>
            <a:r>
              <a:rPr lang="en-US">
                <a:solidFill>
                  <a:srgbClr val="FFFFFF"/>
                </a:solidFill>
              </a:rPr>
              <a:t>Pet status updated to Adopted</a:t>
            </a:r>
          </a:p>
          <a:p>
            <a:r>
              <a:rPr lang="en-US">
                <a:solidFill>
                  <a:srgbClr val="FFFFFF"/>
                </a:solidFill>
              </a:rPr>
              <a:t>Changes reflected instantly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cover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91000"/>
                <a:satMod val="164000"/>
                <a:lumMod val="74000"/>
              </a:schemeClr>
              <a:schemeClr val="bg2">
                <a:hueMod val="124000"/>
                <a:satMod val="140000"/>
                <a:lumMod val="14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7185" y="1085549"/>
            <a:ext cx="2573210" cy="4686903"/>
          </a:xfrm>
        </p:spPr>
        <p:txBody>
          <a:bodyPr anchor="ctr">
            <a:normAutofit/>
          </a:bodyPr>
          <a:lstStyle/>
          <a:p>
            <a:pPr algn="r"/>
            <a:r>
              <a:rPr lang="en-CA">
                <a:solidFill>
                  <a:schemeClr val="tx1"/>
                </a:solidFill>
              </a:rPr>
              <a:t>JDBC &amp; Error Handling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81049" y="1085549"/>
            <a:ext cx="4184780" cy="4686903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chemeClr val="tx1"/>
                </a:solidFill>
              </a:rPr>
              <a:t>Tables created using JDBC</a:t>
            </a:r>
          </a:p>
          <a:p>
            <a:r>
              <a:rPr lang="en-US">
                <a:solidFill>
                  <a:schemeClr val="tx1"/>
                </a:solidFill>
              </a:rPr>
              <a:t>Database connection handled safely</a:t>
            </a:r>
          </a:p>
          <a:p>
            <a:r>
              <a:rPr lang="en-US">
                <a:solidFill>
                  <a:schemeClr val="tx1"/>
                </a:solidFill>
              </a:rPr>
              <a:t>Try-catch used for error handling</a:t>
            </a:r>
          </a:p>
          <a:p>
            <a:r>
              <a:rPr lang="en-US">
                <a:solidFill>
                  <a:schemeClr val="tx1"/>
                </a:solidFill>
              </a:rPr>
              <a:t>Ensures stability during execution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cover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3D Hologram from iPad">
            <a:extLst>
              <a:ext uri="{FF2B5EF4-FFF2-40B4-BE49-F238E27FC236}">
                <a16:creationId xmlns:a16="http://schemas.microsoft.com/office/drawing/2014/main" id="{0A7B42EB-5498-A6B4-E8D2-2BED4DEB6A09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5">
                <a:tint val="45000"/>
                <a:satMod val="400000"/>
              </a:schemeClr>
            </a:duotone>
            <a:alphaModFix amt="25000"/>
          </a:blip>
          <a:srcRect r="13410" b="9090"/>
          <a:stretch>
            <a:fillRect/>
          </a:stretch>
        </p:blipFill>
        <p:spPr>
          <a:xfrm>
            <a:off x="355599" y="474134"/>
            <a:ext cx="8432801" cy="590973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5" y="973668"/>
            <a:ext cx="6571060" cy="706964"/>
          </a:xfrm>
        </p:spPr>
        <p:txBody>
          <a:bodyPr>
            <a:normAutofit/>
          </a:bodyPr>
          <a:lstStyle/>
          <a:p>
            <a:r>
              <a:rPr lang="en-CA">
                <a:solidFill>
                  <a:srgbClr val="FFFFFF"/>
                </a:solidFill>
              </a:rPr>
              <a:t>Transactions &amp; Data Handling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6215" y="1820333"/>
            <a:ext cx="6619244" cy="4199467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Database instance created at runtime</a:t>
            </a:r>
          </a:p>
          <a:p>
            <a:r>
              <a:rPr lang="en-US">
                <a:solidFill>
                  <a:srgbClr val="FFFFFF"/>
                </a:solidFill>
              </a:rPr>
              <a:t>Operations ensure data consistency</a:t>
            </a:r>
          </a:p>
          <a:p>
            <a:r>
              <a:rPr lang="en-US">
                <a:solidFill>
                  <a:srgbClr val="FFFFFF"/>
                </a:solidFill>
              </a:rPr>
              <a:t>Status updates handled correctly</a:t>
            </a:r>
          </a:p>
          <a:p>
            <a:r>
              <a:rPr lang="en-US">
                <a:solidFill>
                  <a:srgbClr val="FFFFFF"/>
                </a:solidFill>
              </a:rPr>
              <a:t>Prevents invalid adoptions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cover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5" y="973668"/>
            <a:ext cx="6571060" cy="706964"/>
          </a:xfrm>
        </p:spPr>
        <p:txBody>
          <a:bodyPr>
            <a:normAutofit/>
          </a:bodyPr>
          <a:lstStyle/>
          <a:p>
            <a:r>
              <a:rPr lang="en-CA">
                <a:solidFill>
                  <a:srgbClr val="FFFFFF"/>
                </a:solidFill>
              </a:rPr>
              <a:t>Functions &amp; Logic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F9AECBA-A3C9-ED07-D70E-D564CFA56AF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41844015"/>
              </p:ext>
            </p:extLst>
          </p:nvPr>
        </p:nvGraphicFramePr>
        <p:xfrm>
          <a:off x="965200" y="2324100"/>
          <a:ext cx="7219037" cy="34226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cover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Digital financial graph">
            <a:extLst>
              <a:ext uri="{FF2B5EF4-FFF2-40B4-BE49-F238E27FC236}">
                <a16:creationId xmlns:a16="http://schemas.microsoft.com/office/drawing/2014/main" id="{C88D50AB-BEC0-3EA1-4E1D-DB4CC09635B9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5">
                <a:tint val="45000"/>
                <a:satMod val="400000"/>
              </a:schemeClr>
            </a:duotone>
            <a:alphaModFix amt="25000"/>
          </a:blip>
          <a:srcRect l="8632" r="18399" b="9091"/>
          <a:stretch>
            <a:fillRect/>
          </a:stretch>
        </p:blipFill>
        <p:spPr>
          <a:xfrm>
            <a:off x="355599" y="474134"/>
            <a:ext cx="8432801" cy="590973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5" y="973668"/>
            <a:ext cx="6571060" cy="706964"/>
          </a:xfrm>
        </p:spPr>
        <p:txBody>
          <a:bodyPr>
            <a:normAutofit/>
          </a:bodyPr>
          <a:lstStyle/>
          <a:p>
            <a:r>
              <a:rPr lang="en-CA">
                <a:solidFill>
                  <a:srgbClr val="FFFFFF"/>
                </a:solidFill>
              </a:rPr>
              <a:t>Challenges &amp;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6215" y="1820333"/>
            <a:ext cx="6619244" cy="4199467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JDBC setup issues</a:t>
            </a:r>
          </a:p>
          <a:p>
            <a:r>
              <a:rPr lang="en-US">
                <a:solidFill>
                  <a:srgbClr val="FFFFFF"/>
                </a:solidFill>
              </a:rPr>
              <a:t>Menu synchronization errors</a:t>
            </a:r>
          </a:p>
          <a:p>
            <a:r>
              <a:rPr lang="en-US">
                <a:solidFill>
                  <a:srgbClr val="FFFFFF"/>
                </a:solidFill>
              </a:rPr>
              <a:t>Console-based limitations</a:t>
            </a:r>
          </a:p>
          <a:p>
            <a:r>
              <a:rPr lang="en-US">
                <a:solidFill>
                  <a:srgbClr val="FFFFFF"/>
                </a:solidFill>
              </a:rPr>
              <a:t>No advanced validation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cover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91000"/>
                <a:satMod val="164000"/>
                <a:lumMod val="74000"/>
              </a:schemeClr>
              <a:schemeClr val="bg2">
                <a:hueMod val="124000"/>
                <a:satMod val="140000"/>
                <a:lumMod val="14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7185" y="1085549"/>
            <a:ext cx="2573210" cy="4686903"/>
          </a:xfrm>
        </p:spPr>
        <p:txBody>
          <a:bodyPr anchor="ctr">
            <a:normAutofit/>
          </a:bodyPr>
          <a:lstStyle/>
          <a:p>
            <a:pPr algn="r"/>
            <a:r>
              <a:rPr lang="en-CA" sz="2500">
                <a:solidFill>
                  <a:schemeClr val="tx1"/>
                </a:solidFill>
              </a:rPr>
              <a:t>Improvements &amp;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81049" y="1085549"/>
            <a:ext cx="4184780" cy="4686903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chemeClr val="tx1"/>
                </a:solidFill>
              </a:rPr>
              <a:t>Added reset feature</a:t>
            </a:r>
          </a:p>
          <a:p>
            <a:r>
              <a:rPr lang="en-US">
                <a:solidFill>
                  <a:schemeClr val="tx1"/>
                </a:solidFill>
              </a:rPr>
              <a:t>Improved UI formatting</a:t>
            </a:r>
          </a:p>
          <a:p>
            <a:r>
              <a:rPr lang="en-US">
                <a:solidFill>
                  <a:schemeClr val="tx1"/>
                </a:solidFill>
              </a:rPr>
              <a:t>Added adopter &amp; shelter views</a:t>
            </a:r>
          </a:p>
          <a:p>
            <a:r>
              <a:rPr lang="en-US">
                <a:solidFill>
                  <a:schemeClr val="tx1"/>
                </a:solidFill>
              </a:rPr>
              <a:t>Handled empty cases properly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cover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973667"/>
            <a:ext cx="2206657" cy="4833745"/>
          </a:xfrm>
        </p:spPr>
        <p:txBody>
          <a:bodyPr>
            <a:normAutofit/>
          </a:bodyPr>
          <a:lstStyle/>
          <a:p>
            <a:r>
              <a:rPr lang="en-CA" sz="2700">
                <a:solidFill>
                  <a:srgbClr val="EBEBEB"/>
                </a:solidFill>
              </a:rPr>
              <a:t>Conclusion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85F3BFD-0A71-741D-113E-A2C611934D6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3425236"/>
              </p:ext>
            </p:extLst>
          </p:nvPr>
        </p:nvGraphicFramePr>
        <p:xfrm>
          <a:off x="3895725" y="808038"/>
          <a:ext cx="4793456" cy="52466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ransition spd="slow">
    <p:cover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43</TotalTime>
  <Words>281</Words>
  <Application>Microsoft Office PowerPoint</Application>
  <PresentationFormat>On-screen Show (4:3)</PresentationFormat>
  <Paragraphs>75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Century Gothic</vt:lpstr>
      <vt:lpstr>Wingdings 3</vt:lpstr>
      <vt:lpstr>Ion Boardroom</vt:lpstr>
      <vt:lpstr>Pet Adoption Management System</vt:lpstr>
      <vt:lpstr>Introduction</vt:lpstr>
      <vt:lpstr>Problem Statement</vt:lpstr>
      <vt:lpstr>Objectives</vt:lpstr>
      <vt:lpstr>System Architecture</vt:lpstr>
      <vt:lpstr>Database Design</vt:lpstr>
      <vt:lpstr>Entity Relationship Diagram</vt:lpstr>
      <vt:lpstr>SQL Usage (DDL &amp; DML)</vt:lpstr>
      <vt:lpstr>Key Features</vt:lpstr>
      <vt:lpstr>System Workflow</vt:lpstr>
      <vt:lpstr>JDBC &amp; Error Handling</vt:lpstr>
      <vt:lpstr>Transactions &amp; Data Handling</vt:lpstr>
      <vt:lpstr>Functions &amp; Logic</vt:lpstr>
      <vt:lpstr>Challenges &amp; Limitations</vt:lpstr>
      <vt:lpstr>Improvements &amp; Enhancements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Chanchalpreet Kaur</dc:creator>
  <cp:keywords/>
  <dc:description>generated using python-pptx</dc:description>
  <cp:lastModifiedBy>Chanchalpreet Kaur</cp:lastModifiedBy>
  <cp:revision>2</cp:revision>
  <dcterms:created xsi:type="dcterms:W3CDTF">2013-01-27T09:14:16Z</dcterms:created>
  <dcterms:modified xsi:type="dcterms:W3CDTF">2026-03-25T22:03:01Z</dcterms:modified>
  <cp:category/>
</cp:coreProperties>
</file>